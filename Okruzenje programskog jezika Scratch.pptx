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64" y="-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0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2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2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3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6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228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7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83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0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81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C9EE5-287E-4715-88B9-33B953D11246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D2C35-8318-4D98-942D-D37770216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r-Cyrl-RS" b="1" dirty="0" smtClean="0"/>
              <a:t/>
            </a:r>
            <a:br>
              <a:rPr lang="sr-Cyrl-RS" b="1" dirty="0" smtClean="0"/>
            </a:br>
            <a:r>
              <a:rPr lang="sr-Cyrl-RS" b="1" dirty="0" smtClean="0"/>
              <a:t>Радно </a:t>
            </a:r>
            <a:r>
              <a:rPr lang="sr-Cyrl-RS" b="1" dirty="0"/>
              <a:t>окружење програма</a:t>
            </a:r>
            <a:br>
              <a:rPr lang="sr-Cyrl-RS" b="1" dirty="0"/>
            </a:br>
            <a:r>
              <a:rPr lang="en-US" b="1" dirty="0"/>
              <a:t>Scratch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53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Scratch</a:t>
            </a:r>
            <a:endParaRPr lang="en-US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Scratch </a:t>
            </a:r>
            <a:r>
              <a:rPr lang="sr-Cyrl-RS" dirty="0"/>
              <a:t>је програмски језик намењен визуелном програмирању помоћу којег се могу направити разне анимације, интерактивне приче или игре. </a:t>
            </a:r>
            <a:endParaRPr lang="sr-Cyrl-RS" dirty="0" smtClean="0"/>
          </a:p>
          <a:p>
            <a:r>
              <a:rPr lang="sr-Cyrl-RS" dirty="0" smtClean="0"/>
              <a:t>Има </a:t>
            </a:r>
            <a:r>
              <a:rPr lang="sr-Cyrl-RS" dirty="0"/>
              <a:t>једноставно радно окружење, па се програмирање састоји од превлачења и уклапања </a:t>
            </a:r>
            <a:r>
              <a:rPr lang="sr-Cyrl-RS" b="1" dirty="0"/>
              <a:t>блокова</a:t>
            </a:r>
            <a:r>
              <a:rPr lang="sr-Cyrl-RS" dirty="0"/>
              <a:t>, који представљају </a:t>
            </a:r>
            <a:r>
              <a:rPr lang="sr-Cyrl-RS" b="1" dirty="0" smtClean="0"/>
              <a:t>наредбе.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96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Радно окружење програма Scratch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ru-RU" sz="2400" dirty="0"/>
              <a:t>Дуплим кликом на икону са сликом мачке покреће се </a:t>
            </a:r>
            <a:r>
              <a:rPr lang="ru-RU" sz="2400" dirty="0" smtClean="0"/>
              <a:t>програм </a:t>
            </a:r>
            <a:r>
              <a:rPr lang="ru-RU" sz="2400" dirty="0"/>
              <a:t>Scratch.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6" y="1828800"/>
            <a:ext cx="902335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879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b="1" dirty="0"/>
              <a:t>Елементи </a:t>
            </a:r>
            <a:r>
              <a:rPr lang="sr-Cyrl-RS" b="1" dirty="0" smtClean="0"/>
              <a:t>програма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4876800" cy="4983163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Позорница мења свој изглед променом позадине</a:t>
            </a:r>
            <a:r>
              <a:rPr lang="ru-RU" dirty="0"/>
              <a:t>. Да би се променила позадина, прво треба кликнути на позорницу, а затим на икону за избор позадине</a:t>
            </a:r>
            <a:r>
              <a:rPr lang="ru-RU" dirty="0" smtClean="0"/>
              <a:t>.</a:t>
            </a:r>
            <a:endParaRPr lang="sr-Latn-RS" dirty="0" smtClean="0"/>
          </a:p>
          <a:p>
            <a:r>
              <a:rPr lang="ru-RU" b="1" dirty="0"/>
              <a:t>Позорница или сцена</a:t>
            </a:r>
            <a:r>
              <a:rPr lang="ru-RU" dirty="0"/>
              <a:t> је простор у којем се прави интерактивна прича и где „оживљавају” игре и анимације. </a:t>
            </a:r>
            <a:endParaRPr lang="sr-Latn-RS" dirty="0" smtClean="0"/>
          </a:p>
          <a:p>
            <a:r>
              <a:rPr lang="ru-RU" b="1" dirty="0" smtClean="0"/>
              <a:t>На </a:t>
            </a:r>
            <a:r>
              <a:rPr lang="ru-RU" b="1" dirty="0"/>
              <a:t>позорници се извршавају задати програми</a:t>
            </a:r>
            <a:r>
              <a:rPr lang="ru-RU" dirty="0"/>
              <a:t>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615420"/>
            <a:ext cx="30956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7801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b="1" dirty="0" smtClean="0"/>
              <a:t>Ликови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Ликови</a:t>
            </a:r>
            <a:r>
              <a:rPr lang="ru-RU" dirty="0"/>
              <a:t> су слике којима се додељује нека улога, кретање и звук</a:t>
            </a:r>
            <a:r>
              <a:rPr lang="ru-RU" dirty="0" smtClean="0"/>
              <a:t>.</a:t>
            </a:r>
            <a:endParaRPr lang="sr-Latn-RS" dirty="0"/>
          </a:p>
          <a:p>
            <a:r>
              <a:rPr lang="ru-RU" b="1" dirty="0" smtClean="0"/>
              <a:t>Основни </a:t>
            </a:r>
            <a:r>
              <a:rPr lang="ru-RU" b="1" dirty="0"/>
              <a:t>лик у Scratch-у је мачка</a:t>
            </a:r>
            <a:r>
              <a:rPr lang="ru-RU" b="1" dirty="0" smtClean="0"/>
              <a:t>.</a:t>
            </a:r>
            <a:endParaRPr lang="sr-Latn-RS" dirty="0"/>
          </a:p>
          <a:p>
            <a:r>
              <a:rPr lang="ru-RU" b="1" dirty="0" smtClean="0"/>
              <a:t>Ликови </a:t>
            </a:r>
            <a:r>
              <a:rPr lang="ru-RU" b="1" dirty="0"/>
              <a:t>се бирају из библиотеке ликова.</a:t>
            </a:r>
            <a:r>
              <a:rPr lang="ru-RU" dirty="0"/>
              <a:t> Ликови мењају свој изглед променом костима и за њих, такође, постоји </a:t>
            </a:r>
            <a:r>
              <a:rPr lang="ru-RU" b="1" dirty="0"/>
              <a:t>библиотека</a:t>
            </a:r>
            <a:r>
              <a:rPr lang="ru-RU" dirty="0"/>
              <a:t>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060" y="2054171"/>
            <a:ext cx="34861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205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Палета блокова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4063"/>
            <a:ext cx="8610600" cy="2262982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Палета блокова</a:t>
            </a:r>
            <a:r>
              <a:rPr lang="ru-RU" dirty="0"/>
              <a:t> или </a:t>
            </a:r>
            <a:r>
              <a:rPr lang="ru-RU" b="1" dirty="0"/>
              <a:t>палета наредби</a:t>
            </a:r>
            <a:r>
              <a:rPr lang="ru-RU" dirty="0"/>
              <a:t> има укупно десет група. </a:t>
            </a:r>
            <a:endParaRPr lang="ru-RU" dirty="0" smtClean="0"/>
          </a:p>
          <a:p>
            <a:r>
              <a:rPr lang="ru-RU" dirty="0" smtClean="0"/>
              <a:t>Свака </a:t>
            </a:r>
            <a:r>
              <a:rPr lang="ru-RU" dirty="0"/>
              <a:t>група је приказана различитом бојом и садржи наредбе за писање програма. </a:t>
            </a:r>
            <a:endParaRPr lang="ru-RU" dirty="0" smtClean="0"/>
          </a:p>
          <a:p>
            <a:r>
              <a:rPr lang="ru-RU" dirty="0" smtClean="0"/>
              <a:t>Блок </a:t>
            </a:r>
            <a:r>
              <a:rPr lang="ru-RU" dirty="0"/>
              <a:t>представља неку наредбу, чијим се уклапањем повезују кораци у писању програма.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429000"/>
            <a:ext cx="6148388" cy="3177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3023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b="1" dirty="0"/>
              <a:t>Површина за програмирање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058150" cy="3124200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Површина за програмирање</a:t>
            </a:r>
            <a:r>
              <a:rPr lang="ru-RU" dirty="0"/>
              <a:t> служи за креирање програма. </a:t>
            </a:r>
            <a:endParaRPr lang="ru-RU" dirty="0" smtClean="0"/>
          </a:p>
          <a:p>
            <a:r>
              <a:rPr lang="ru-RU" dirty="0" smtClean="0"/>
              <a:t>Почиње </a:t>
            </a:r>
            <a:r>
              <a:rPr lang="ru-RU" dirty="0"/>
              <a:t>се блоком из групе </a:t>
            </a:r>
            <a:r>
              <a:rPr lang="ru-RU" b="1" dirty="0"/>
              <a:t>Догађаји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Затим </a:t>
            </a:r>
            <a:r>
              <a:rPr lang="ru-RU" dirty="0"/>
              <a:t>се додају одговарајући блокови из различитих група, као што су </a:t>
            </a:r>
            <a:r>
              <a:rPr lang="ru-RU" b="1" dirty="0"/>
              <a:t>Управљање</a:t>
            </a:r>
            <a:r>
              <a:rPr lang="ru-RU" dirty="0"/>
              <a:t>, </a:t>
            </a:r>
            <a:r>
              <a:rPr lang="ru-RU" b="1" dirty="0"/>
              <a:t>Кретање </a:t>
            </a:r>
            <a:r>
              <a:rPr lang="ru-RU" dirty="0"/>
              <a:t>и др. и уклапају се да би настао програм. </a:t>
            </a:r>
            <a:endParaRPr lang="ru-RU" dirty="0" smtClean="0"/>
          </a:p>
          <a:p>
            <a:r>
              <a:rPr lang="ru-RU" dirty="0" smtClean="0"/>
              <a:t>Једном </a:t>
            </a:r>
            <a:r>
              <a:rPr lang="ru-RU" dirty="0"/>
              <a:t>поређани блокови инструкција могу се више пута покренути, док се сваки лик програмира засебно.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343400"/>
            <a:ext cx="7296150" cy="225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5936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Линија менија и други делови радног окружења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610600" cy="4754563"/>
          </a:xfrm>
        </p:spPr>
        <p:txBody>
          <a:bodyPr>
            <a:normAutofit fontScale="32500" lnSpcReduction="20000"/>
          </a:bodyPr>
          <a:lstStyle/>
          <a:p>
            <a:r>
              <a:rPr lang="en-US" sz="11200" dirty="0" err="1" smtClean="0"/>
              <a:t>Картица</a:t>
            </a:r>
            <a:r>
              <a:rPr lang="en-US" sz="11200" dirty="0"/>
              <a:t> </a:t>
            </a:r>
            <a:r>
              <a:rPr lang="en-US" sz="11200" b="1" dirty="0" err="1"/>
              <a:t>Датотека</a:t>
            </a:r>
            <a:r>
              <a:rPr lang="en-US" sz="11200" b="1" dirty="0"/>
              <a:t> </a:t>
            </a:r>
            <a:r>
              <a:rPr lang="en-US" sz="11200" dirty="0" err="1"/>
              <a:t>служи</a:t>
            </a:r>
            <a:r>
              <a:rPr lang="en-US" sz="11200" dirty="0"/>
              <a:t> </a:t>
            </a:r>
            <a:r>
              <a:rPr lang="en-US" sz="11200" dirty="0" err="1"/>
              <a:t>за</a:t>
            </a:r>
            <a:r>
              <a:rPr lang="en-US" sz="11200" dirty="0"/>
              <a:t> </a:t>
            </a:r>
            <a:r>
              <a:rPr lang="en-US" sz="11200" dirty="0" err="1"/>
              <a:t>отварање</a:t>
            </a:r>
            <a:r>
              <a:rPr lang="en-US" sz="11200" dirty="0"/>
              <a:t> </a:t>
            </a:r>
            <a:r>
              <a:rPr lang="en-US" sz="11200" dirty="0" err="1"/>
              <a:t>новог</a:t>
            </a:r>
            <a:r>
              <a:rPr lang="en-US" sz="11200" dirty="0"/>
              <a:t> </a:t>
            </a:r>
            <a:r>
              <a:rPr lang="en-US" sz="11200" dirty="0" err="1"/>
              <a:t>или</a:t>
            </a:r>
            <a:r>
              <a:rPr lang="en-US" sz="11200" dirty="0"/>
              <a:t> </a:t>
            </a:r>
            <a:r>
              <a:rPr lang="en-US" sz="11200" dirty="0" err="1"/>
              <a:t>постојећег</a:t>
            </a:r>
            <a:r>
              <a:rPr lang="en-US" sz="11200" dirty="0"/>
              <a:t> </a:t>
            </a:r>
            <a:r>
              <a:rPr lang="en-US" sz="11200" dirty="0" err="1"/>
              <a:t>пројекта</a:t>
            </a:r>
            <a:r>
              <a:rPr lang="en-US" sz="11200" dirty="0"/>
              <a:t>, </a:t>
            </a:r>
            <a:r>
              <a:rPr lang="en-US" sz="11200" dirty="0" err="1"/>
              <a:t>за</a:t>
            </a:r>
            <a:r>
              <a:rPr lang="en-US" sz="11200" dirty="0"/>
              <a:t> </a:t>
            </a:r>
            <a:r>
              <a:rPr lang="en-US" sz="11200" dirty="0" err="1"/>
              <a:t>чување</a:t>
            </a:r>
            <a:r>
              <a:rPr lang="en-US" sz="11200" dirty="0"/>
              <a:t> </a:t>
            </a:r>
            <a:r>
              <a:rPr lang="en-US" sz="11200" dirty="0" err="1"/>
              <a:t>направљених</a:t>
            </a:r>
            <a:r>
              <a:rPr lang="en-US" sz="11200" dirty="0"/>
              <a:t> </a:t>
            </a:r>
            <a:r>
              <a:rPr lang="en-US" sz="11200" dirty="0" err="1"/>
              <a:t>пројеката</a:t>
            </a:r>
            <a:r>
              <a:rPr lang="en-US" sz="11200" dirty="0"/>
              <a:t>, </a:t>
            </a:r>
            <a:r>
              <a:rPr lang="en-US" sz="11200" dirty="0" err="1"/>
              <a:t>снимање</a:t>
            </a:r>
            <a:r>
              <a:rPr lang="en-US" sz="11200" dirty="0"/>
              <a:t> </a:t>
            </a:r>
            <a:r>
              <a:rPr lang="en-US" sz="11200" dirty="0" err="1"/>
              <a:t>видеа</a:t>
            </a:r>
            <a:r>
              <a:rPr lang="en-US" sz="11200" dirty="0"/>
              <a:t> </a:t>
            </a:r>
            <a:r>
              <a:rPr lang="en-US" sz="11200" dirty="0" err="1"/>
              <a:t>или</a:t>
            </a:r>
            <a:r>
              <a:rPr lang="en-US" sz="11200" dirty="0"/>
              <a:t> </a:t>
            </a:r>
            <a:r>
              <a:rPr lang="en-US" sz="11200" dirty="0" err="1"/>
              <a:t>објаве</a:t>
            </a:r>
            <a:r>
              <a:rPr lang="en-US" sz="11200" dirty="0"/>
              <a:t> </a:t>
            </a:r>
            <a:r>
              <a:rPr lang="en-US" sz="11200" dirty="0" err="1"/>
              <a:t>пројеката</a:t>
            </a:r>
            <a:r>
              <a:rPr lang="en-US" sz="11200" dirty="0"/>
              <a:t> </a:t>
            </a:r>
            <a:r>
              <a:rPr lang="en-US" sz="11200" dirty="0" err="1"/>
              <a:t>на</a:t>
            </a:r>
            <a:r>
              <a:rPr lang="en-US" sz="11200" dirty="0"/>
              <a:t> </a:t>
            </a:r>
            <a:r>
              <a:rPr lang="en-US" sz="11200" dirty="0" err="1" smtClean="0"/>
              <a:t>интернету</a:t>
            </a:r>
            <a:r>
              <a:rPr lang="en-US" sz="11200" dirty="0" smtClean="0"/>
              <a:t>.</a:t>
            </a:r>
            <a:endParaRPr lang="sr-Cyrl-RS" sz="11200" dirty="0" smtClean="0"/>
          </a:p>
          <a:p>
            <a:r>
              <a:rPr lang="en-US" sz="11200" dirty="0" err="1" smtClean="0"/>
              <a:t>На</a:t>
            </a:r>
            <a:r>
              <a:rPr lang="en-US" sz="11200" dirty="0" smtClean="0"/>
              <a:t> </a:t>
            </a:r>
            <a:r>
              <a:rPr lang="en-US" sz="11200" dirty="0" err="1"/>
              <a:t>картици</a:t>
            </a:r>
            <a:r>
              <a:rPr lang="en-US" sz="11200" dirty="0"/>
              <a:t> </a:t>
            </a:r>
            <a:r>
              <a:rPr lang="en-US" sz="11200" b="1" dirty="0" err="1"/>
              <a:t>Уреди</a:t>
            </a:r>
            <a:r>
              <a:rPr lang="en-US" sz="11200" b="1" dirty="0"/>
              <a:t> </a:t>
            </a:r>
            <a:r>
              <a:rPr lang="en-US" sz="11200" dirty="0" err="1"/>
              <a:t>може</a:t>
            </a:r>
            <a:r>
              <a:rPr lang="en-US" sz="11200" dirty="0"/>
              <a:t> </a:t>
            </a:r>
            <a:r>
              <a:rPr lang="en-US" sz="11200" dirty="0" err="1"/>
              <a:t>се</a:t>
            </a:r>
            <a:r>
              <a:rPr lang="en-US" sz="11200" dirty="0"/>
              <a:t> </a:t>
            </a:r>
            <a:r>
              <a:rPr lang="en-US" sz="11200" dirty="0" err="1"/>
              <a:t>уредити</a:t>
            </a:r>
            <a:r>
              <a:rPr lang="en-US" sz="11200" dirty="0"/>
              <a:t> </a:t>
            </a:r>
            <a:r>
              <a:rPr lang="en-US" sz="11200" dirty="0" err="1"/>
              <a:t>сцена</a:t>
            </a:r>
            <a:r>
              <a:rPr lang="en-US" sz="11200" dirty="0"/>
              <a:t> и </a:t>
            </a:r>
            <a:r>
              <a:rPr lang="en-US" sz="11200" dirty="0" err="1"/>
              <a:t>повратити</a:t>
            </a:r>
            <a:r>
              <a:rPr lang="en-US" sz="11200" dirty="0"/>
              <a:t> </a:t>
            </a:r>
            <a:r>
              <a:rPr lang="en-US" sz="11200" dirty="0" err="1" smtClean="0"/>
              <a:t>обрисано</a:t>
            </a:r>
            <a:r>
              <a:rPr lang="en-US" sz="11200" dirty="0" smtClean="0"/>
              <a:t>.</a:t>
            </a:r>
            <a:endParaRPr lang="sr-Cyrl-RS" sz="11200" dirty="0" smtClean="0"/>
          </a:p>
          <a:p>
            <a:r>
              <a:rPr lang="en-US" sz="11200" dirty="0" err="1" smtClean="0"/>
              <a:t>Картица</a:t>
            </a:r>
            <a:r>
              <a:rPr lang="en-US" sz="11200" dirty="0"/>
              <a:t> </a:t>
            </a:r>
            <a:r>
              <a:rPr lang="en-US" sz="11200" b="1" dirty="0" err="1"/>
              <a:t>Савети</a:t>
            </a:r>
            <a:r>
              <a:rPr lang="en-US" sz="11200" b="1" dirty="0"/>
              <a:t> </a:t>
            </a:r>
            <a:r>
              <a:rPr lang="en-US" sz="11200" dirty="0" err="1"/>
              <a:t>приказује</a:t>
            </a:r>
            <a:r>
              <a:rPr lang="en-US" sz="11200" dirty="0"/>
              <a:t> </a:t>
            </a:r>
            <a:r>
              <a:rPr lang="en-US" sz="11200" dirty="0" err="1"/>
              <a:t>бројне</a:t>
            </a:r>
            <a:r>
              <a:rPr lang="en-US" sz="11200" dirty="0"/>
              <a:t> </a:t>
            </a:r>
            <a:r>
              <a:rPr lang="en-US" sz="11200" dirty="0" err="1"/>
              <a:t>решене</a:t>
            </a:r>
            <a:r>
              <a:rPr lang="en-US" sz="11200" dirty="0"/>
              <a:t> </a:t>
            </a:r>
            <a:r>
              <a:rPr lang="en-US" sz="11200" dirty="0" err="1"/>
              <a:t>примере</a:t>
            </a:r>
            <a:r>
              <a:rPr lang="en-US" sz="11200" dirty="0"/>
              <a:t>.</a:t>
            </a:r>
            <a:br>
              <a:rPr lang="en-US" sz="11200" dirty="0"/>
            </a:br>
            <a:r>
              <a:rPr lang="en-US" sz="11200" dirty="0"/>
              <a:t/>
            </a:r>
            <a:br>
              <a:rPr lang="en-US" sz="11200" dirty="0"/>
            </a:br>
            <a:endParaRPr lang="en-US" sz="11200" dirty="0"/>
          </a:p>
          <a:p>
            <a:endParaRPr lang="en-US" sz="11200" dirty="0"/>
          </a:p>
        </p:txBody>
      </p:sp>
    </p:spTree>
    <p:extLst>
      <p:ext uri="{BB962C8B-B14F-4D97-AF65-F5344CB8AC3E}">
        <p14:creationId xmlns:p14="http://schemas.microsoft.com/office/powerpoint/2010/main" val="2325748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9600" dirty="0" err="1" smtClean="0"/>
              <a:t>На</a:t>
            </a:r>
            <a:r>
              <a:rPr lang="en-US" sz="9600" dirty="0" smtClean="0"/>
              <a:t> </a:t>
            </a:r>
            <a:r>
              <a:rPr lang="en-US" sz="9600" dirty="0" err="1" smtClean="0"/>
              <a:t>икони</a:t>
            </a:r>
            <a:r>
              <a:rPr lang="en-US" sz="9600" dirty="0" smtClean="0"/>
              <a:t> </a:t>
            </a:r>
            <a:r>
              <a:rPr lang="en-US" sz="9600" b="1" dirty="0" err="1" smtClean="0"/>
              <a:t>Глобус</a:t>
            </a:r>
            <a:r>
              <a:rPr lang="en-US" sz="9600" dirty="0" smtClean="0"/>
              <a:t> </a:t>
            </a:r>
            <a:r>
              <a:rPr lang="en-US" sz="9600" dirty="0" err="1" smtClean="0"/>
              <a:t>бира</a:t>
            </a:r>
            <a:r>
              <a:rPr lang="en-US" sz="9600" dirty="0" smtClean="0"/>
              <a:t> </a:t>
            </a:r>
            <a:r>
              <a:rPr lang="en-US" sz="9600" dirty="0" err="1" smtClean="0"/>
              <a:t>се</a:t>
            </a:r>
            <a:r>
              <a:rPr lang="en-US" sz="9600" dirty="0" smtClean="0"/>
              <a:t> </a:t>
            </a:r>
            <a:r>
              <a:rPr lang="en-US" sz="9600" dirty="0" err="1" smtClean="0"/>
              <a:t>језик</a:t>
            </a:r>
            <a:r>
              <a:rPr lang="en-US" sz="9600" dirty="0" smtClean="0"/>
              <a:t>.</a:t>
            </a:r>
            <a:endParaRPr lang="sr-Cyrl-RS" sz="9600" dirty="0" smtClean="0"/>
          </a:p>
          <a:p>
            <a:r>
              <a:rPr lang="en-US" sz="9600" b="1" dirty="0" err="1" smtClean="0"/>
              <a:t>Плави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правоугаоник</a:t>
            </a:r>
            <a:r>
              <a:rPr lang="en-US" sz="9600" dirty="0" smtClean="0"/>
              <a:t> </a:t>
            </a:r>
            <a:r>
              <a:rPr lang="en-US" sz="9600" dirty="0" err="1" smtClean="0"/>
              <a:t>служи</a:t>
            </a:r>
            <a:r>
              <a:rPr lang="en-US" sz="9600" dirty="0" smtClean="0"/>
              <a:t> </a:t>
            </a:r>
            <a:r>
              <a:rPr lang="en-US" sz="9600" dirty="0" err="1" smtClean="0"/>
              <a:t>да</a:t>
            </a:r>
            <a:r>
              <a:rPr lang="en-US" sz="9600" dirty="0" smtClean="0"/>
              <a:t> </a:t>
            </a:r>
            <a:r>
              <a:rPr lang="en-US" sz="9600" dirty="0" err="1" smtClean="0"/>
              <a:t>увећа</a:t>
            </a:r>
            <a:r>
              <a:rPr lang="en-US" sz="9600" dirty="0" smtClean="0"/>
              <a:t> </a:t>
            </a:r>
            <a:r>
              <a:rPr lang="en-US" sz="9600" dirty="0" err="1" smtClean="0"/>
              <a:t>сцену</a:t>
            </a:r>
            <a:r>
              <a:rPr lang="en-US" sz="9600" dirty="0" smtClean="0"/>
              <a:t> </a:t>
            </a:r>
            <a:r>
              <a:rPr lang="en-US" sz="9600" dirty="0" err="1" smtClean="0"/>
              <a:t>на</a:t>
            </a:r>
            <a:r>
              <a:rPr lang="en-US" sz="9600" dirty="0" smtClean="0"/>
              <a:t> </a:t>
            </a:r>
            <a:r>
              <a:rPr lang="en-US" sz="9600" dirty="0" err="1" smtClean="0"/>
              <a:t>цео</a:t>
            </a:r>
            <a:r>
              <a:rPr lang="en-US" sz="9600" dirty="0" smtClean="0"/>
              <a:t> </a:t>
            </a:r>
            <a:r>
              <a:rPr lang="en-US" sz="9600" dirty="0" err="1" smtClean="0"/>
              <a:t>екран</a:t>
            </a:r>
            <a:r>
              <a:rPr lang="en-US" sz="9600" dirty="0" smtClean="0"/>
              <a:t>.</a:t>
            </a:r>
            <a:endParaRPr lang="sr-Cyrl-RS" sz="9600" dirty="0" smtClean="0"/>
          </a:p>
          <a:p>
            <a:r>
              <a:rPr lang="en-US" sz="9600" b="1" dirty="0" err="1" smtClean="0"/>
              <a:t>Зелена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заставица</a:t>
            </a:r>
            <a:r>
              <a:rPr lang="en-US" sz="9600" dirty="0" smtClean="0"/>
              <a:t> </a:t>
            </a:r>
            <a:r>
              <a:rPr lang="en-US" sz="9600" dirty="0" err="1" smtClean="0"/>
              <a:t>покреће</a:t>
            </a:r>
            <a:r>
              <a:rPr lang="en-US" sz="9600" dirty="0" smtClean="0"/>
              <a:t> </a:t>
            </a:r>
            <a:r>
              <a:rPr lang="en-US" sz="9600" dirty="0" err="1" smtClean="0"/>
              <a:t>извршење</a:t>
            </a:r>
            <a:r>
              <a:rPr lang="en-US" sz="9600" dirty="0" smtClean="0"/>
              <a:t> </a:t>
            </a:r>
            <a:r>
              <a:rPr lang="en-US" sz="9600" dirty="0" err="1" smtClean="0"/>
              <a:t>програма</a:t>
            </a:r>
            <a:r>
              <a:rPr lang="en-US" sz="9600" dirty="0" smtClean="0"/>
              <a:t>.</a:t>
            </a:r>
            <a:endParaRPr lang="sr-Cyrl-RS" sz="9600" dirty="0" smtClean="0"/>
          </a:p>
          <a:p>
            <a:r>
              <a:rPr lang="en-US" sz="9600" b="1" dirty="0" err="1" smtClean="0"/>
              <a:t>Црвени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осмоугао</a:t>
            </a:r>
            <a:r>
              <a:rPr lang="en-US" sz="9600" dirty="0" smtClean="0"/>
              <a:t> </a:t>
            </a:r>
            <a:r>
              <a:rPr lang="en-US" sz="9600" dirty="0" err="1" smtClean="0"/>
              <a:t>зауставља</a:t>
            </a:r>
            <a:r>
              <a:rPr lang="en-US" sz="9600" dirty="0" smtClean="0"/>
              <a:t> </a:t>
            </a:r>
            <a:r>
              <a:rPr lang="en-US" sz="9600" dirty="0" err="1" smtClean="0"/>
              <a:t>програм</a:t>
            </a:r>
            <a:r>
              <a:rPr lang="en-US" sz="9600" dirty="0" smtClean="0"/>
              <a:t>.</a:t>
            </a:r>
            <a:br>
              <a:rPr lang="en-US" sz="9600" dirty="0" smtClean="0"/>
            </a:br>
            <a:r>
              <a:rPr lang="en-US" sz="9600" dirty="0" smtClean="0"/>
              <a:t/>
            </a:r>
            <a:br>
              <a:rPr lang="en-US" sz="9600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7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104</Words>
  <Application>Microsoft Office PowerPoint</Application>
  <PresentationFormat>On-screen Show (4:3)</PresentationFormat>
  <Paragraphs>31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 Радно окружење програма Scratch </vt:lpstr>
      <vt:lpstr>Scratch</vt:lpstr>
      <vt:lpstr>Радно окружење програма Scratch </vt:lpstr>
      <vt:lpstr>Елементи програма</vt:lpstr>
      <vt:lpstr>Ликови</vt:lpstr>
      <vt:lpstr>Палета блокова</vt:lpstr>
      <vt:lpstr>Површина за програмирање</vt:lpstr>
      <vt:lpstr>Линија менија и други делови радног окружења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Радно окружење програма Scratch</dc:title>
  <dc:creator>Miltonx</dc:creator>
  <cp:lastModifiedBy>Miltonx</cp:lastModifiedBy>
  <cp:revision>4</cp:revision>
  <dcterms:created xsi:type="dcterms:W3CDTF">2025-02-13T20:35:44Z</dcterms:created>
  <dcterms:modified xsi:type="dcterms:W3CDTF">2025-02-13T21:22:57Z</dcterms:modified>
</cp:coreProperties>
</file>