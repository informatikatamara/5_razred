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54CC8-F310-4E2A-99F3-1ADD710F2398}" v="16" dt="2026-09-21T19:26:14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 Babić" userId="05b040d7b252926f" providerId="LiveId" clId="{67E26135-9763-498D-A25D-3002D6A6C97E}"/>
    <pc:docChg chg="custSel addSld modSld">
      <pc:chgData name="Tamara Babić" userId="05b040d7b252926f" providerId="LiveId" clId="{67E26135-9763-498D-A25D-3002D6A6C97E}" dt="2026-09-21T19:26:23.561" v="229" actId="26606"/>
      <pc:docMkLst>
        <pc:docMk/>
      </pc:docMkLst>
      <pc:sldChg chg="addSp delSp modSp mod setBg addAnim">
        <pc:chgData name="Tamara Babić" userId="05b040d7b252926f" providerId="LiveId" clId="{67E26135-9763-498D-A25D-3002D6A6C97E}" dt="2026-09-21T19:21:06.085" v="210" actId="26606"/>
        <pc:sldMkLst>
          <pc:docMk/>
          <pc:sldMk cId="1810538829" sldId="256"/>
        </pc:sldMkLst>
        <pc:spChg chg="mo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2" creationId="{2425E421-17E9-0A51-D891-E0104919FB83}"/>
          </ac:spMkLst>
        </pc:spChg>
        <pc:spChg chg="mo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3" creationId="{4A8E09D7-EA4F-617D-72C4-C71CEEFBE726}"/>
          </ac:spMkLst>
        </pc:spChg>
        <pc:spChg chg="add">
          <ac:chgData name="Tamara Babić" userId="05b040d7b252926f" providerId="LiveId" clId="{67E26135-9763-498D-A25D-3002D6A6C97E}" dt="2026-09-21T19:20:49.396" v="207" actId="26606"/>
          <ac:spMkLst>
            <pc:docMk/>
            <pc:sldMk cId="1810538829" sldId="256"/>
            <ac:spMk id="8" creationId="{6F5A5072-7B47-4D32-B52A-4EBBF590B8A5}"/>
          </ac:spMkLst>
        </pc:spChg>
        <pc:spChg chg="add del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10" creationId="{9715DAF0-AE1B-46C9-8A6B-DB2AA05AB91D}"/>
          </ac:spMkLst>
        </pc:spChg>
        <pc:spChg chg="add del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12" creationId="{6016219D-510E-4184-9090-6D5578A87BD1}"/>
          </ac:spMkLst>
        </pc:spChg>
        <pc:spChg chg="add">
          <ac:chgData name="Tamara Babić" userId="05b040d7b252926f" providerId="LiveId" clId="{67E26135-9763-498D-A25D-3002D6A6C97E}" dt="2026-09-21T19:20:49.396" v="207" actId="26606"/>
          <ac:spMkLst>
            <pc:docMk/>
            <pc:sldMk cId="1810538829" sldId="256"/>
            <ac:spMk id="14" creationId="{AFF4A713-7B75-4B21-90D7-5AB19547C728}"/>
          </ac:spMkLst>
        </pc:spChg>
        <pc:spChg chg="add del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16" creationId="{DC631C0B-6DA6-4E57-8231-CE32B3434A7E}"/>
          </ac:spMkLst>
        </pc:spChg>
        <pc:spChg chg="add">
          <ac:chgData name="Tamara Babić" userId="05b040d7b252926f" providerId="LiveId" clId="{67E26135-9763-498D-A25D-3002D6A6C97E}" dt="2026-09-21T19:20:49.396" v="207" actId="26606"/>
          <ac:spMkLst>
            <pc:docMk/>
            <pc:sldMk cId="1810538829" sldId="256"/>
            <ac:spMk id="18" creationId="{C29501E6-A978-4A61-9689-9085AF97A53A}"/>
          </ac:spMkLst>
        </pc:spChg>
        <pc:spChg chg="ad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23" creationId="{0E30439A-8A5B-46EC-8283-9B6B031D40D0}"/>
          </ac:spMkLst>
        </pc:spChg>
        <pc:spChg chg="ad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25" creationId="{5CEAD642-85CF-4750-8432-7C80C901F001}"/>
          </ac:spMkLst>
        </pc:spChg>
        <pc:spChg chg="ad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27" creationId="{FA33EEAE-15D5-4119-8C1E-89D943F911EF}"/>
          </ac:spMkLst>
        </pc:spChg>
        <pc:spChg chg="ad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29" creationId="{730D8B3B-9B80-4025-B934-26DC7D7CD231}"/>
          </ac:spMkLst>
        </pc:spChg>
        <pc:spChg chg="add">
          <ac:chgData name="Tamara Babić" userId="05b040d7b252926f" providerId="LiveId" clId="{67E26135-9763-498D-A25D-3002D6A6C97E}" dt="2026-09-21T19:21:06.085" v="210" actId="26606"/>
          <ac:spMkLst>
            <pc:docMk/>
            <pc:sldMk cId="1810538829" sldId="256"/>
            <ac:spMk id="31" creationId="{B5A1B09C-1565-46F8-B70F-621C5EB48A09}"/>
          </ac:spMkLst>
        </pc:spChg>
      </pc:sldChg>
      <pc:sldChg chg="addSp delSp modSp mod setBg">
        <pc:chgData name="Tamara Babić" userId="05b040d7b252926f" providerId="LiveId" clId="{67E26135-9763-498D-A25D-3002D6A6C97E}" dt="2026-09-21T19:26:23.561" v="229" actId="26606"/>
        <pc:sldMkLst>
          <pc:docMk/>
          <pc:sldMk cId="2580584828" sldId="258"/>
        </pc:sldMkLst>
        <pc:spChg chg="mod">
          <ac:chgData name="Tamara Babić" userId="05b040d7b252926f" providerId="LiveId" clId="{67E26135-9763-498D-A25D-3002D6A6C97E}" dt="2026-09-21T19:19:20.406" v="202" actId="26606"/>
          <ac:spMkLst>
            <pc:docMk/>
            <pc:sldMk cId="2580584828" sldId="258"/>
            <ac:spMk id="2" creationId="{B7E39BA8-2331-225B-74CD-8EF353C19036}"/>
          </ac:spMkLst>
        </pc:spChg>
        <pc:spChg chg="del">
          <ac:chgData name="Tamara Babić" userId="05b040d7b252926f" providerId="LiveId" clId="{67E26135-9763-498D-A25D-3002D6A6C97E}" dt="2026-09-21T19:19:20.406" v="202" actId="26606"/>
          <ac:spMkLst>
            <pc:docMk/>
            <pc:sldMk cId="2580584828" sldId="258"/>
            <ac:spMk id="3" creationId="{F262B474-6E9C-82BF-4650-54264C11C505}"/>
          </ac:spMkLst>
        </pc:spChg>
        <pc:spChg chg="add del mod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4" creationId="{DB3E84C4-9A6F-4CFA-3013-20B430F88064}"/>
          </ac:spMkLst>
        </pc:spChg>
        <pc:spChg chg="add del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9" creationId="{BACC6370-2D7E-4714-9D71-7542949D7D5D}"/>
          </ac:spMkLst>
        </pc:spChg>
        <pc:spChg chg="add del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11" creationId="{256B2C21-A230-48C0-8DF1-C46611373C44}"/>
          </ac:spMkLst>
        </pc:spChg>
        <pc:spChg chg="add">
          <ac:chgData name="Tamara Babić" userId="05b040d7b252926f" providerId="LiveId" clId="{67E26135-9763-498D-A25D-3002D6A6C97E}" dt="2026-09-21T19:19:20.406" v="202" actId="26606"/>
          <ac:spMkLst>
            <pc:docMk/>
            <pc:sldMk cId="2580584828" sldId="258"/>
            <ac:spMk id="13" creationId="{3847E18C-932D-4C95-AABA-FEC7C9499AD7}"/>
          </ac:spMkLst>
        </pc:spChg>
        <pc:spChg chg="add del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15" creationId="{3150CB11-0C61-439E-910F-5787759E72A0}"/>
          </ac:spMkLst>
        </pc:spChg>
        <pc:spChg chg="add del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17" creationId="{43F8A58B-5155-44CE-A5FF-7647B47D0A7A}"/>
          </ac:spMkLst>
        </pc:spChg>
        <pc:spChg chg="add">
          <ac:chgData name="Tamara Babić" userId="05b040d7b252926f" providerId="LiveId" clId="{67E26135-9763-498D-A25D-3002D6A6C97E}" dt="2026-09-21T19:19:20.406" v="202" actId="26606"/>
          <ac:spMkLst>
            <pc:docMk/>
            <pc:sldMk cId="2580584828" sldId="258"/>
            <ac:spMk id="19" creationId="{443F2ACA-E6D6-4028-82DD-F03C262D5DE6}"/>
          </ac:spMkLst>
        </pc:spChg>
        <pc:spChg chg="add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25" creationId="{BACC6370-2D7E-4714-9D71-7542949D7D5D}"/>
          </ac:spMkLst>
        </pc:spChg>
        <pc:spChg chg="add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27" creationId="{256B2C21-A230-48C0-8DF1-C46611373C44}"/>
          </ac:spMkLst>
        </pc:spChg>
        <pc:spChg chg="add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29" creationId="{3847E18C-932D-4C95-AABA-FEC7C9499AD7}"/>
          </ac:spMkLst>
        </pc:spChg>
        <pc:spChg chg="add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33" creationId="{43F8A58B-5155-44CE-A5FF-7647B47D0A7A}"/>
          </ac:spMkLst>
        </pc:spChg>
        <pc:spChg chg="add">
          <ac:chgData name="Tamara Babić" userId="05b040d7b252926f" providerId="LiveId" clId="{67E26135-9763-498D-A25D-3002D6A6C97E}" dt="2026-09-21T19:26:23.561" v="229" actId="26606"/>
          <ac:spMkLst>
            <pc:docMk/>
            <pc:sldMk cId="2580584828" sldId="258"/>
            <ac:spMk id="35" creationId="{443F2ACA-E6D6-4028-82DD-F03C262D5DE6}"/>
          </ac:spMkLst>
        </pc:spChg>
        <pc:graphicFrameChg chg="add del mod modGraphic">
          <ac:chgData name="Tamara Babić" userId="05b040d7b252926f" providerId="LiveId" clId="{67E26135-9763-498D-A25D-3002D6A6C97E}" dt="2026-09-21T19:26:10.460" v="226" actId="478"/>
          <ac:graphicFrameMkLst>
            <pc:docMk/>
            <pc:sldMk cId="2580584828" sldId="258"/>
            <ac:graphicFrameMk id="5" creationId="{F0092AF6-4486-CC9F-9294-1B361723B087}"/>
          </ac:graphicFrameMkLst>
        </pc:graphicFrameChg>
      </pc:sldChg>
      <pc:sldChg chg="addSp delSp modSp mod setBg">
        <pc:chgData name="Tamara Babić" userId="05b040d7b252926f" providerId="LiveId" clId="{67E26135-9763-498D-A25D-3002D6A6C97E}" dt="2026-09-21T19:19:37.496" v="203" actId="26606"/>
        <pc:sldMkLst>
          <pc:docMk/>
          <pc:sldMk cId="2667096755" sldId="260"/>
        </pc:sldMkLst>
        <pc:spChg chg="mo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2" creationId="{75D2AA04-7AE1-9312-5F67-45A133BB19A0}"/>
          </ac:spMkLst>
        </pc:spChg>
        <pc:spChg chg="del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3" creationId="{F7F35CAD-60A1-1FF9-9E7C-DC2EB2849D62}"/>
          </ac:spMkLst>
        </pc:spChg>
        <pc:spChg chg="ad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9" creationId="{BACC6370-2D7E-4714-9D71-7542949D7D5D}"/>
          </ac:spMkLst>
        </pc:spChg>
        <pc:spChg chg="ad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11" creationId="{256B2C21-A230-48C0-8DF1-C46611373C44}"/>
          </ac:spMkLst>
        </pc:spChg>
        <pc:spChg chg="ad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13" creationId="{3847E18C-932D-4C95-AABA-FEC7C9499AD7}"/>
          </ac:spMkLst>
        </pc:spChg>
        <pc:spChg chg="ad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15" creationId="{3150CB11-0C61-439E-910F-5787759E72A0}"/>
          </ac:spMkLst>
        </pc:spChg>
        <pc:spChg chg="ad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17" creationId="{43F8A58B-5155-44CE-A5FF-7647B47D0A7A}"/>
          </ac:spMkLst>
        </pc:spChg>
        <pc:spChg chg="add">
          <ac:chgData name="Tamara Babić" userId="05b040d7b252926f" providerId="LiveId" clId="{67E26135-9763-498D-A25D-3002D6A6C97E}" dt="2026-09-21T19:19:37.496" v="203" actId="26606"/>
          <ac:spMkLst>
            <pc:docMk/>
            <pc:sldMk cId="2667096755" sldId="260"/>
            <ac:spMk id="19" creationId="{443F2ACA-E6D6-4028-82DD-F03C262D5DE6}"/>
          </ac:spMkLst>
        </pc:spChg>
        <pc:graphicFrameChg chg="add">
          <ac:chgData name="Tamara Babić" userId="05b040d7b252926f" providerId="LiveId" clId="{67E26135-9763-498D-A25D-3002D6A6C97E}" dt="2026-09-21T19:19:37.496" v="203" actId="26606"/>
          <ac:graphicFrameMkLst>
            <pc:docMk/>
            <pc:sldMk cId="2667096755" sldId="260"/>
            <ac:graphicFrameMk id="5" creationId="{0E7DDD3E-6FD1-5E65-50D0-6E09199E799A}"/>
          </ac:graphicFrameMkLst>
        </pc:graphicFrameChg>
      </pc:sldChg>
      <pc:sldChg chg="addSp delSp modSp mod setBg">
        <pc:chgData name="Tamara Babić" userId="05b040d7b252926f" providerId="LiveId" clId="{67E26135-9763-498D-A25D-3002D6A6C97E}" dt="2026-09-21T19:19:52.717" v="204" actId="26606"/>
        <pc:sldMkLst>
          <pc:docMk/>
          <pc:sldMk cId="2091026092" sldId="261"/>
        </pc:sldMkLst>
        <pc:spChg chg="mo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2" creationId="{0F78F524-F043-5DF2-76E5-A31D981ADE81}"/>
          </ac:spMkLst>
        </pc:spChg>
        <pc:spChg chg="del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3" creationId="{BD19DA27-80A5-ED00-298F-64A4707C5F1C}"/>
          </ac:spMkLst>
        </pc:spChg>
        <pc:spChg chg="ad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9" creationId="{BACC6370-2D7E-4714-9D71-7542949D7D5D}"/>
          </ac:spMkLst>
        </pc:spChg>
        <pc:spChg chg="ad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11" creationId="{256B2C21-A230-48C0-8DF1-C46611373C44}"/>
          </ac:spMkLst>
        </pc:spChg>
        <pc:spChg chg="ad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13" creationId="{3847E18C-932D-4C95-AABA-FEC7C9499AD7}"/>
          </ac:spMkLst>
        </pc:spChg>
        <pc:spChg chg="ad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15" creationId="{3150CB11-0C61-439E-910F-5787759E72A0}"/>
          </ac:spMkLst>
        </pc:spChg>
        <pc:spChg chg="ad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17" creationId="{43F8A58B-5155-44CE-A5FF-7647B47D0A7A}"/>
          </ac:spMkLst>
        </pc:spChg>
        <pc:spChg chg="add">
          <ac:chgData name="Tamara Babić" userId="05b040d7b252926f" providerId="LiveId" clId="{67E26135-9763-498D-A25D-3002D6A6C97E}" dt="2026-09-21T19:19:52.717" v="204" actId="26606"/>
          <ac:spMkLst>
            <pc:docMk/>
            <pc:sldMk cId="2091026092" sldId="261"/>
            <ac:spMk id="19" creationId="{443F2ACA-E6D6-4028-82DD-F03C262D5DE6}"/>
          </ac:spMkLst>
        </pc:spChg>
        <pc:graphicFrameChg chg="add">
          <ac:chgData name="Tamara Babić" userId="05b040d7b252926f" providerId="LiveId" clId="{67E26135-9763-498D-A25D-3002D6A6C97E}" dt="2026-09-21T19:19:52.717" v="204" actId="26606"/>
          <ac:graphicFrameMkLst>
            <pc:docMk/>
            <pc:sldMk cId="2091026092" sldId="261"/>
            <ac:graphicFrameMk id="5" creationId="{BC8D1C98-E87D-6F2F-AA34-8C1E7E2A79C1}"/>
          </ac:graphicFrameMkLst>
        </pc:graphicFrameChg>
      </pc:sldChg>
      <pc:sldChg chg="addSp delSp modSp mod setBg">
        <pc:chgData name="Tamara Babić" userId="05b040d7b252926f" providerId="LiveId" clId="{67E26135-9763-498D-A25D-3002D6A6C97E}" dt="2026-09-21T19:19:58.040" v="205" actId="26606"/>
        <pc:sldMkLst>
          <pc:docMk/>
          <pc:sldMk cId="3003940674" sldId="262"/>
        </pc:sldMkLst>
        <pc:spChg chg="mo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2" creationId="{1D40FBB8-8283-C232-3561-EA7BDA364E40}"/>
          </ac:spMkLst>
        </pc:spChg>
        <pc:spChg chg="del mo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3" creationId="{EF0098F1-25A4-DA44-FE4F-B427100D401F}"/>
          </ac:spMkLst>
        </pc:spChg>
        <pc:spChg chg="ad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9" creationId="{BACC6370-2D7E-4714-9D71-7542949D7D5D}"/>
          </ac:spMkLst>
        </pc:spChg>
        <pc:spChg chg="ad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11" creationId="{256B2C21-A230-48C0-8DF1-C46611373C44}"/>
          </ac:spMkLst>
        </pc:spChg>
        <pc:spChg chg="ad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13" creationId="{3847E18C-932D-4C95-AABA-FEC7C9499AD7}"/>
          </ac:spMkLst>
        </pc:spChg>
        <pc:spChg chg="ad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15" creationId="{3150CB11-0C61-439E-910F-5787759E72A0}"/>
          </ac:spMkLst>
        </pc:spChg>
        <pc:spChg chg="ad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17" creationId="{43F8A58B-5155-44CE-A5FF-7647B47D0A7A}"/>
          </ac:spMkLst>
        </pc:spChg>
        <pc:spChg chg="add">
          <ac:chgData name="Tamara Babić" userId="05b040d7b252926f" providerId="LiveId" clId="{67E26135-9763-498D-A25D-3002D6A6C97E}" dt="2026-09-21T19:19:58.040" v="205" actId="26606"/>
          <ac:spMkLst>
            <pc:docMk/>
            <pc:sldMk cId="3003940674" sldId="262"/>
            <ac:spMk id="19" creationId="{443F2ACA-E6D6-4028-82DD-F03C262D5DE6}"/>
          </ac:spMkLst>
        </pc:spChg>
        <pc:graphicFrameChg chg="add">
          <ac:chgData name="Tamara Babić" userId="05b040d7b252926f" providerId="LiveId" clId="{67E26135-9763-498D-A25D-3002D6A6C97E}" dt="2026-09-21T19:19:58.040" v="205" actId="26606"/>
          <ac:graphicFrameMkLst>
            <pc:docMk/>
            <pc:sldMk cId="3003940674" sldId="262"/>
            <ac:graphicFrameMk id="5" creationId="{5480EA61-5805-E11D-6519-BDF58D6B8CFD}"/>
          </ac:graphicFrameMkLst>
        </pc:graphicFrameChg>
      </pc:sldChg>
      <pc:sldChg chg="addSp modSp mod setBg">
        <pc:chgData name="Tamara Babić" userId="05b040d7b252926f" providerId="LiveId" clId="{67E26135-9763-498D-A25D-3002D6A6C97E}" dt="2026-09-21T19:20:14.040" v="206"/>
        <pc:sldMkLst>
          <pc:docMk/>
          <pc:sldMk cId="2003835660" sldId="263"/>
        </pc:sldMkLst>
        <pc:spChg chg="mod">
          <ac:chgData name="Tamara Babić" userId="05b040d7b252926f" providerId="LiveId" clId="{67E26135-9763-498D-A25D-3002D6A6C97E}" dt="2026-09-21T19:11:25.003" v="5" actId="1076"/>
          <ac:spMkLst>
            <pc:docMk/>
            <pc:sldMk cId="2003835660" sldId="263"/>
            <ac:spMk id="2" creationId="{3829EA03-C556-AA34-D2DC-48B47BA37D61}"/>
          </ac:spMkLst>
        </pc:spChg>
        <pc:spChg chg="mod">
          <ac:chgData name="Tamara Babić" userId="05b040d7b252926f" providerId="LiveId" clId="{67E26135-9763-498D-A25D-3002D6A6C97E}" dt="2026-09-21T19:11:28.507" v="6" actId="1076"/>
          <ac:spMkLst>
            <pc:docMk/>
            <pc:sldMk cId="2003835660" sldId="263"/>
            <ac:spMk id="3" creationId="{01E8B6D4-657B-A0A7-A372-5DA97D5196C7}"/>
          </ac:spMkLst>
        </pc:spChg>
        <pc:spChg chg="add mod">
          <ac:chgData name="Tamara Babić" userId="05b040d7b252926f" providerId="LiveId" clId="{67E26135-9763-498D-A25D-3002D6A6C97E}" dt="2026-09-21T19:12:05.082" v="40" actId="1076"/>
          <ac:spMkLst>
            <pc:docMk/>
            <pc:sldMk cId="2003835660" sldId="263"/>
            <ac:spMk id="6" creationId="{E4A8C0E8-0E11-798D-FF84-A6AE4C81F19B}"/>
          </ac:spMkLst>
        </pc:spChg>
        <pc:spChg chg="add mod">
          <ac:chgData name="Tamara Babić" userId="05b040d7b252926f" providerId="LiveId" clId="{67E26135-9763-498D-A25D-3002D6A6C97E}" dt="2026-09-21T19:12:16.652" v="42" actId="1076"/>
          <ac:spMkLst>
            <pc:docMk/>
            <pc:sldMk cId="2003835660" sldId="263"/>
            <ac:spMk id="8" creationId="{552A80A9-F591-0F24-3A26-A434D8C74130}"/>
          </ac:spMkLst>
        </pc:spChg>
        <pc:spChg chg="add mod">
          <ac:chgData name="Tamara Babić" userId="05b040d7b252926f" providerId="LiveId" clId="{67E26135-9763-498D-A25D-3002D6A6C97E}" dt="2026-09-21T19:12:22.884" v="44" actId="1076"/>
          <ac:spMkLst>
            <pc:docMk/>
            <pc:sldMk cId="2003835660" sldId="263"/>
            <ac:spMk id="10" creationId="{FC4AB571-DD52-8EDC-721D-1AD4540BE9CD}"/>
          </ac:spMkLst>
        </pc:spChg>
        <pc:spChg chg="add mod">
          <ac:chgData name="Tamara Babić" userId="05b040d7b252926f" providerId="LiveId" clId="{67E26135-9763-498D-A25D-3002D6A6C97E}" dt="2026-09-21T19:12:31.464" v="46" actId="1076"/>
          <ac:spMkLst>
            <pc:docMk/>
            <pc:sldMk cId="2003835660" sldId="263"/>
            <ac:spMk id="12" creationId="{6F4BE399-8966-3C2C-86F7-2A5EE7F04965}"/>
          </ac:spMkLst>
        </pc:spChg>
        <pc:spChg chg="add mod">
          <ac:chgData name="Tamara Babić" userId="05b040d7b252926f" providerId="LiveId" clId="{67E26135-9763-498D-A25D-3002D6A6C97E}" dt="2026-09-21T19:13:01.867" v="67" actId="1076"/>
          <ac:spMkLst>
            <pc:docMk/>
            <pc:sldMk cId="2003835660" sldId="263"/>
            <ac:spMk id="13" creationId="{346B8948-A92E-E33F-E0AE-77D12A8702C5}"/>
          </ac:spMkLst>
        </pc:spChg>
        <pc:spChg chg="add mod">
          <ac:chgData name="Tamara Babić" userId="05b040d7b252926f" providerId="LiveId" clId="{67E26135-9763-498D-A25D-3002D6A6C97E}" dt="2026-09-21T19:13:23.448" v="77" actId="20577"/>
          <ac:spMkLst>
            <pc:docMk/>
            <pc:sldMk cId="2003835660" sldId="263"/>
            <ac:spMk id="15" creationId="{BE089D07-F1DA-C944-054D-9148334D7725}"/>
          </ac:spMkLst>
        </pc:spChg>
        <pc:spChg chg="add mod">
          <ac:chgData name="Tamara Babić" userId="05b040d7b252926f" providerId="LiveId" clId="{67E26135-9763-498D-A25D-3002D6A6C97E}" dt="2026-09-21T19:13:34.308" v="83" actId="20577"/>
          <ac:spMkLst>
            <pc:docMk/>
            <pc:sldMk cId="2003835660" sldId="263"/>
            <ac:spMk id="17" creationId="{84D1982F-8AE8-33EC-0507-132A62A6C47D}"/>
          </ac:spMkLst>
        </pc:spChg>
        <pc:spChg chg="add mod">
          <ac:chgData name="Tamara Babić" userId="05b040d7b252926f" providerId="LiveId" clId="{67E26135-9763-498D-A25D-3002D6A6C97E}" dt="2026-09-21T19:13:49.448" v="105" actId="1076"/>
          <ac:spMkLst>
            <pc:docMk/>
            <pc:sldMk cId="2003835660" sldId="263"/>
            <ac:spMk id="19" creationId="{43E5DC2C-ED83-A0C5-74C8-A6D7F3D43106}"/>
          </ac:spMkLst>
        </pc:spChg>
        <pc:picChg chg="add mod">
          <ac:chgData name="Tamara Babić" userId="05b040d7b252926f" providerId="LiveId" clId="{67E26135-9763-498D-A25D-3002D6A6C97E}" dt="2026-09-21T19:11:38.860" v="37" actId="1038"/>
          <ac:picMkLst>
            <pc:docMk/>
            <pc:sldMk cId="2003835660" sldId="263"/>
            <ac:picMk id="5" creationId="{65066523-FAE8-C370-B50E-DB05A9FB85EB}"/>
          </ac:picMkLst>
        </pc:picChg>
      </pc:sldChg>
      <pc:sldChg chg="addSp modSp new mod">
        <pc:chgData name="Tamara Babić" userId="05b040d7b252926f" providerId="LiveId" clId="{67E26135-9763-498D-A25D-3002D6A6C97E}" dt="2026-09-21T19:16:52.915" v="197" actId="20577"/>
        <pc:sldMkLst>
          <pc:docMk/>
          <pc:sldMk cId="3946416790" sldId="264"/>
        </pc:sldMkLst>
        <pc:spChg chg="add mod">
          <ac:chgData name="Tamara Babić" userId="05b040d7b252926f" providerId="LiveId" clId="{67E26135-9763-498D-A25D-3002D6A6C97E}" dt="2026-09-21T19:15:37.316" v="130" actId="1037"/>
          <ac:spMkLst>
            <pc:docMk/>
            <pc:sldMk cId="3946416790" sldId="264"/>
            <ac:spMk id="6" creationId="{1AC60B20-FE14-609A-64E0-1DAAD33EC115}"/>
          </ac:spMkLst>
        </pc:spChg>
        <pc:spChg chg="add mod">
          <ac:chgData name="Tamara Babić" userId="05b040d7b252926f" providerId="LiveId" clId="{67E26135-9763-498D-A25D-3002D6A6C97E}" dt="2026-09-21T19:15:44.164" v="132" actId="1076"/>
          <ac:spMkLst>
            <pc:docMk/>
            <pc:sldMk cId="3946416790" sldId="264"/>
            <ac:spMk id="8" creationId="{968D0E65-2B78-EFA5-CD94-023FB3BD9D73}"/>
          </ac:spMkLst>
        </pc:spChg>
        <pc:spChg chg="add mod">
          <ac:chgData name="Tamara Babić" userId="05b040d7b252926f" providerId="LiveId" clId="{67E26135-9763-498D-A25D-3002D6A6C97E}" dt="2026-09-21T19:15:50.546" v="134" actId="1076"/>
          <ac:spMkLst>
            <pc:docMk/>
            <pc:sldMk cId="3946416790" sldId="264"/>
            <ac:spMk id="10" creationId="{A81EC852-7EFA-2C8D-0BFF-61F3A9241314}"/>
          </ac:spMkLst>
        </pc:spChg>
        <pc:spChg chg="add mod">
          <ac:chgData name="Tamara Babić" userId="05b040d7b252926f" providerId="LiveId" clId="{67E26135-9763-498D-A25D-3002D6A6C97E}" dt="2026-09-21T19:16:22.248" v="166" actId="1076"/>
          <ac:spMkLst>
            <pc:docMk/>
            <pc:sldMk cId="3946416790" sldId="264"/>
            <ac:spMk id="11" creationId="{52766E95-F860-E7ED-1503-1FAE2F1D6C9F}"/>
          </ac:spMkLst>
        </pc:spChg>
        <pc:spChg chg="add mod">
          <ac:chgData name="Tamara Babić" userId="05b040d7b252926f" providerId="LiveId" clId="{67E26135-9763-498D-A25D-3002D6A6C97E}" dt="2026-09-21T19:16:43.234" v="177" actId="20577"/>
          <ac:spMkLst>
            <pc:docMk/>
            <pc:sldMk cId="3946416790" sldId="264"/>
            <ac:spMk id="13" creationId="{C82BDF91-5AFE-036C-254C-01B9A35F1366}"/>
          </ac:spMkLst>
        </pc:spChg>
        <pc:spChg chg="add mod">
          <ac:chgData name="Tamara Babić" userId="05b040d7b252926f" providerId="LiveId" clId="{67E26135-9763-498D-A25D-3002D6A6C97E}" dt="2026-09-21T19:16:52.915" v="197" actId="20577"/>
          <ac:spMkLst>
            <pc:docMk/>
            <pc:sldMk cId="3946416790" sldId="264"/>
            <ac:spMk id="15" creationId="{1E5DB09D-10E9-819D-1CCE-9292B64E0930}"/>
          </ac:spMkLst>
        </pc:spChg>
        <pc:picChg chg="add">
          <ac:chgData name="Tamara Babić" userId="05b040d7b252926f" providerId="LiveId" clId="{67E26135-9763-498D-A25D-3002D6A6C97E}" dt="2026-09-21T19:15:12.172" v="107" actId="22"/>
          <ac:picMkLst>
            <pc:docMk/>
            <pc:sldMk cId="3946416790" sldId="264"/>
            <ac:picMk id="5" creationId="{5181B290-9198-4206-3F0E-D96A672602B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37DC02-14B8-488C-A398-B1B1E9189A88}" type="doc">
      <dgm:prSet loTypeId="urn:microsoft.com/office/officeart/2005/8/layout/vList2" loCatId="list" qsTypeId="urn:microsoft.com/office/officeart/2005/8/quickstyle/simple4#4" qsCatId="simple" csTypeId="urn:microsoft.com/office/officeart/2005/8/colors/colorful5#4" csCatId="colorful"/>
      <dgm:spPr/>
      <dgm:t>
        <a:bodyPr/>
        <a:lstStyle/>
        <a:p>
          <a:endParaRPr lang="en-US"/>
        </a:p>
      </dgm:t>
    </dgm:pt>
    <dgm:pt modelId="{B4DEB0A5-FB77-46A0-8D05-B6C36C3C9657}">
      <dgm:prSet/>
      <dgm:spPr/>
      <dgm:t>
        <a:bodyPr/>
        <a:lstStyle/>
        <a:p>
          <a:r>
            <a:rPr lang="sr-Cyrl-RS"/>
            <a:t>позадина (енгл. Вackground);</a:t>
          </a:r>
          <a:endParaRPr lang="en-US"/>
        </a:p>
      </dgm:t>
    </dgm:pt>
    <dgm:pt modelId="{2BC3CDB1-4218-46FF-84F6-7F1A2C4C9DCF}" type="parTrans" cxnId="{57721E14-BED9-45F7-A482-E8182AE4B621}">
      <dgm:prSet/>
      <dgm:spPr/>
      <dgm:t>
        <a:bodyPr/>
        <a:lstStyle/>
        <a:p>
          <a:endParaRPr lang="en-US"/>
        </a:p>
      </dgm:t>
    </dgm:pt>
    <dgm:pt modelId="{51EE3BBD-9149-4B41-B0EC-84F39CEB0529}" type="sibTrans" cxnId="{57721E14-BED9-45F7-A482-E8182AE4B621}">
      <dgm:prSet/>
      <dgm:spPr/>
      <dgm:t>
        <a:bodyPr/>
        <a:lstStyle/>
        <a:p>
          <a:endParaRPr lang="en-US"/>
        </a:p>
      </dgm:t>
    </dgm:pt>
    <dgm:pt modelId="{24380207-86CE-44C4-8D07-3FCEA5D3428E}">
      <dgm:prSet/>
      <dgm:spPr/>
      <dgm:t>
        <a:bodyPr/>
        <a:lstStyle/>
        <a:p>
          <a:r>
            <a:rPr lang="sr-Cyrl-RS"/>
            <a:t>иконице (енгл. </a:t>
          </a:r>
          <a:r>
            <a:rPr lang="sr-Cyrl-RS" i="1"/>
            <a:t>Icons</a:t>
          </a:r>
          <a:r>
            <a:rPr lang="sr-Cyrl-RS"/>
            <a:t>);</a:t>
          </a:r>
          <a:endParaRPr lang="en-US"/>
        </a:p>
      </dgm:t>
    </dgm:pt>
    <dgm:pt modelId="{40FF21D4-5EBC-42FB-8B41-C806C498D64F}" type="parTrans" cxnId="{45BCE2C7-08B5-4129-935D-34E25A7376F2}">
      <dgm:prSet/>
      <dgm:spPr/>
      <dgm:t>
        <a:bodyPr/>
        <a:lstStyle/>
        <a:p>
          <a:endParaRPr lang="en-US"/>
        </a:p>
      </dgm:t>
    </dgm:pt>
    <dgm:pt modelId="{7469029C-12E0-49D4-A823-669C68F77A34}" type="sibTrans" cxnId="{45BCE2C7-08B5-4129-935D-34E25A7376F2}">
      <dgm:prSet/>
      <dgm:spPr/>
      <dgm:t>
        <a:bodyPr/>
        <a:lstStyle/>
        <a:p>
          <a:endParaRPr lang="en-US"/>
        </a:p>
      </dgm:t>
    </dgm:pt>
    <dgm:pt modelId="{DF880658-1AF9-4F49-BABD-D3448BD922E9}">
      <dgm:prSet/>
      <dgm:spPr/>
      <dgm:t>
        <a:bodyPr/>
        <a:lstStyle/>
        <a:p>
          <a:r>
            <a:rPr lang="sr-Cyrl-RS"/>
            <a:t>показивач миша (енгл. </a:t>
          </a:r>
          <a:r>
            <a:rPr lang="sr-Cyrl-RS" i="1"/>
            <a:t>Pointer</a:t>
          </a:r>
          <a:r>
            <a:rPr lang="sr-Cyrl-RS"/>
            <a:t>);</a:t>
          </a:r>
          <a:endParaRPr lang="en-US"/>
        </a:p>
      </dgm:t>
    </dgm:pt>
    <dgm:pt modelId="{07FA060F-4A2C-4519-9019-462A9249D57D}" type="parTrans" cxnId="{544AEC12-F736-4B90-9989-8663FC714113}">
      <dgm:prSet/>
      <dgm:spPr/>
      <dgm:t>
        <a:bodyPr/>
        <a:lstStyle/>
        <a:p>
          <a:endParaRPr lang="en-US"/>
        </a:p>
      </dgm:t>
    </dgm:pt>
    <dgm:pt modelId="{AAF1FECB-E08B-4855-B900-61CDA184A64A}" type="sibTrans" cxnId="{544AEC12-F736-4B90-9989-8663FC714113}">
      <dgm:prSet/>
      <dgm:spPr/>
      <dgm:t>
        <a:bodyPr/>
        <a:lstStyle/>
        <a:p>
          <a:endParaRPr lang="en-US"/>
        </a:p>
      </dgm:t>
    </dgm:pt>
    <dgm:pt modelId="{B7778EF9-57BA-444E-9535-17AD238EADB5}">
      <dgm:prSet/>
      <dgm:spPr/>
      <dgm:t>
        <a:bodyPr/>
        <a:lstStyle/>
        <a:p>
          <a:r>
            <a:rPr lang="sr-Cyrl-RS"/>
            <a:t>линија послова, односно трака са задацима – таскбар (енгл. </a:t>
          </a:r>
          <a:r>
            <a:rPr lang="sr-Cyrl-RS" i="1"/>
            <a:t>Taskbar</a:t>
          </a:r>
          <a:r>
            <a:rPr lang="sr-Cyrl-RS"/>
            <a:t>).</a:t>
          </a:r>
          <a:endParaRPr lang="en-US"/>
        </a:p>
      </dgm:t>
    </dgm:pt>
    <dgm:pt modelId="{DEB31BDB-647F-4826-85CC-7B11BB3DC42A}" type="parTrans" cxnId="{387638DF-C1A3-45A1-8100-6AB0A699E193}">
      <dgm:prSet/>
      <dgm:spPr/>
      <dgm:t>
        <a:bodyPr/>
        <a:lstStyle/>
        <a:p>
          <a:endParaRPr lang="en-US"/>
        </a:p>
      </dgm:t>
    </dgm:pt>
    <dgm:pt modelId="{62BFFEC5-6728-439E-9E21-C6D83E6F43DB}" type="sibTrans" cxnId="{387638DF-C1A3-45A1-8100-6AB0A699E193}">
      <dgm:prSet/>
      <dgm:spPr/>
      <dgm:t>
        <a:bodyPr/>
        <a:lstStyle/>
        <a:p>
          <a:endParaRPr lang="en-US"/>
        </a:p>
      </dgm:t>
    </dgm:pt>
    <dgm:pt modelId="{12B78AC2-C778-4393-881F-5041C46B58E4}" type="pres">
      <dgm:prSet presAssocID="{F637DC02-14B8-488C-A398-B1B1E9189A88}" presName="linear" presStyleCnt="0">
        <dgm:presLayoutVars>
          <dgm:animLvl val="lvl"/>
          <dgm:resizeHandles val="exact"/>
        </dgm:presLayoutVars>
      </dgm:prSet>
      <dgm:spPr/>
    </dgm:pt>
    <dgm:pt modelId="{52F24596-6E8F-4A95-B153-6061E85119DA}" type="pres">
      <dgm:prSet presAssocID="{B4DEB0A5-FB77-46A0-8D05-B6C36C3C965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38159F3-1615-4BA9-B008-4FC37D5C6AC9}" type="pres">
      <dgm:prSet presAssocID="{51EE3BBD-9149-4B41-B0EC-84F39CEB0529}" presName="spacer" presStyleCnt="0"/>
      <dgm:spPr/>
    </dgm:pt>
    <dgm:pt modelId="{626789BE-DCFE-4398-8EA2-D80E28960DBD}" type="pres">
      <dgm:prSet presAssocID="{24380207-86CE-44C4-8D07-3FCEA5D3428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984939-E88D-4543-91BE-81BEEC5AAB88}" type="pres">
      <dgm:prSet presAssocID="{7469029C-12E0-49D4-A823-669C68F77A34}" presName="spacer" presStyleCnt="0"/>
      <dgm:spPr/>
    </dgm:pt>
    <dgm:pt modelId="{E91B7B53-53A6-43FB-8D5C-280A72974422}" type="pres">
      <dgm:prSet presAssocID="{DF880658-1AF9-4F49-BABD-D3448BD922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8A1172-A0A4-4C04-8F86-A8403693F616}" type="pres">
      <dgm:prSet presAssocID="{AAF1FECB-E08B-4855-B900-61CDA184A64A}" presName="spacer" presStyleCnt="0"/>
      <dgm:spPr/>
    </dgm:pt>
    <dgm:pt modelId="{73844B57-206F-4846-B604-22F27B86DAA2}" type="pres">
      <dgm:prSet presAssocID="{B7778EF9-57BA-444E-9535-17AD238EAD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4AEC12-F736-4B90-9989-8663FC714113}" srcId="{F637DC02-14B8-488C-A398-B1B1E9189A88}" destId="{DF880658-1AF9-4F49-BABD-D3448BD922E9}" srcOrd="2" destOrd="0" parTransId="{07FA060F-4A2C-4519-9019-462A9249D57D}" sibTransId="{AAF1FECB-E08B-4855-B900-61CDA184A64A}"/>
    <dgm:cxn modelId="{57721E14-BED9-45F7-A482-E8182AE4B621}" srcId="{F637DC02-14B8-488C-A398-B1B1E9189A88}" destId="{B4DEB0A5-FB77-46A0-8D05-B6C36C3C9657}" srcOrd="0" destOrd="0" parTransId="{2BC3CDB1-4218-46FF-84F6-7F1A2C4C9DCF}" sibTransId="{51EE3BBD-9149-4B41-B0EC-84F39CEB0529}"/>
    <dgm:cxn modelId="{9D14472B-EA15-46FF-8023-F0E8874FE94A}" type="presOf" srcId="{B4DEB0A5-FB77-46A0-8D05-B6C36C3C9657}" destId="{52F24596-6E8F-4A95-B153-6061E85119DA}" srcOrd="0" destOrd="0" presId="urn:microsoft.com/office/officeart/2005/8/layout/vList2"/>
    <dgm:cxn modelId="{C2ACA02E-AE54-43FD-A445-0535BC1ACE28}" type="presOf" srcId="{B7778EF9-57BA-444E-9535-17AD238EADB5}" destId="{73844B57-206F-4846-B604-22F27B86DAA2}" srcOrd="0" destOrd="0" presId="urn:microsoft.com/office/officeart/2005/8/layout/vList2"/>
    <dgm:cxn modelId="{1BEDCD40-21A4-4A14-9ACD-C1B20B34E941}" type="presOf" srcId="{DF880658-1AF9-4F49-BABD-D3448BD922E9}" destId="{E91B7B53-53A6-43FB-8D5C-280A72974422}" srcOrd="0" destOrd="0" presId="urn:microsoft.com/office/officeart/2005/8/layout/vList2"/>
    <dgm:cxn modelId="{C61572B6-F5EE-4B12-B276-04FED4F20634}" type="presOf" srcId="{F637DC02-14B8-488C-A398-B1B1E9189A88}" destId="{12B78AC2-C778-4393-881F-5041C46B58E4}" srcOrd="0" destOrd="0" presId="urn:microsoft.com/office/officeart/2005/8/layout/vList2"/>
    <dgm:cxn modelId="{02C0C4C7-1CBF-41E9-9E67-7B77B13DB4FF}" type="presOf" srcId="{24380207-86CE-44C4-8D07-3FCEA5D3428E}" destId="{626789BE-DCFE-4398-8EA2-D80E28960DBD}" srcOrd="0" destOrd="0" presId="urn:microsoft.com/office/officeart/2005/8/layout/vList2"/>
    <dgm:cxn modelId="{45BCE2C7-08B5-4129-935D-34E25A7376F2}" srcId="{F637DC02-14B8-488C-A398-B1B1E9189A88}" destId="{24380207-86CE-44C4-8D07-3FCEA5D3428E}" srcOrd="1" destOrd="0" parTransId="{40FF21D4-5EBC-42FB-8B41-C806C498D64F}" sibTransId="{7469029C-12E0-49D4-A823-669C68F77A34}"/>
    <dgm:cxn modelId="{387638DF-C1A3-45A1-8100-6AB0A699E193}" srcId="{F637DC02-14B8-488C-A398-B1B1E9189A88}" destId="{B7778EF9-57BA-444E-9535-17AD238EADB5}" srcOrd="3" destOrd="0" parTransId="{DEB31BDB-647F-4826-85CC-7B11BB3DC42A}" sibTransId="{62BFFEC5-6728-439E-9E21-C6D83E6F43DB}"/>
    <dgm:cxn modelId="{16F558B1-FF28-4A77-83DC-132AA49DFC85}" type="presParOf" srcId="{12B78AC2-C778-4393-881F-5041C46B58E4}" destId="{52F24596-6E8F-4A95-B153-6061E85119DA}" srcOrd="0" destOrd="0" presId="urn:microsoft.com/office/officeart/2005/8/layout/vList2"/>
    <dgm:cxn modelId="{A9EAC661-A71D-4BA0-8BBA-5F2E9D6899F7}" type="presParOf" srcId="{12B78AC2-C778-4393-881F-5041C46B58E4}" destId="{B38159F3-1615-4BA9-B008-4FC37D5C6AC9}" srcOrd="1" destOrd="0" presId="urn:microsoft.com/office/officeart/2005/8/layout/vList2"/>
    <dgm:cxn modelId="{61BF74FC-5DD5-49DA-AE47-3EA4BEE448C4}" type="presParOf" srcId="{12B78AC2-C778-4393-881F-5041C46B58E4}" destId="{626789BE-DCFE-4398-8EA2-D80E28960DBD}" srcOrd="2" destOrd="0" presId="urn:microsoft.com/office/officeart/2005/8/layout/vList2"/>
    <dgm:cxn modelId="{1ADC717C-803C-4EF0-B28E-88FFA40AB85E}" type="presParOf" srcId="{12B78AC2-C778-4393-881F-5041C46B58E4}" destId="{2B984939-E88D-4543-91BE-81BEEC5AAB88}" srcOrd="3" destOrd="0" presId="urn:microsoft.com/office/officeart/2005/8/layout/vList2"/>
    <dgm:cxn modelId="{88C47944-7089-4E0D-B928-1B90B0B1926B}" type="presParOf" srcId="{12B78AC2-C778-4393-881F-5041C46B58E4}" destId="{E91B7B53-53A6-43FB-8D5C-280A72974422}" srcOrd="4" destOrd="0" presId="urn:microsoft.com/office/officeart/2005/8/layout/vList2"/>
    <dgm:cxn modelId="{3DE3B722-4D26-411A-B680-3212B9634651}" type="presParOf" srcId="{12B78AC2-C778-4393-881F-5041C46B58E4}" destId="{118A1172-A0A4-4C04-8F86-A8403693F616}" srcOrd="5" destOrd="0" presId="urn:microsoft.com/office/officeart/2005/8/layout/vList2"/>
    <dgm:cxn modelId="{06015A89-17E0-44E3-9D8D-05E46803FD85}" type="presParOf" srcId="{12B78AC2-C778-4393-881F-5041C46B58E4}" destId="{73844B57-206F-4846-B604-22F27B86DA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F17950-886B-4515-862D-83E06BF682B6}" type="doc">
      <dgm:prSet loTypeId="urn:microsoft.com/office/officeart/2008/layout/LinedList" loCatId="list" qsTypeId="urn:microsoft.com/office/officeart/2005/8/quickstyle/simple4#3" qsCatId="simple" csTypeId="urn:microsoft.com/office/officeart/2005/8/colors/colorful1#3" csCatId="colorful"/>
      <dgm:spPr/>
      <dgm:t>
        <a:bodyPr/>
        <a:lstStyle/>
        <a:p>
          <a:endParaRPr lang="en-US"/>
        </a:p>
      </dgm:t>
    </dgm:pt>
    <dgm:pt modelId="{9CEC43AE-3857-4731-A412-5821F064555F}">
      <dgm:prSet/>
      <dgm:spPr/>
      <dgm:t>
        <a:bodyPr/>
        <a:lstStyle/>
        <a:p>
          <a:r>
            <a:rPr lang="sr-Cyrl-RS"/>
            <a:t>У </a:t>
          </a:r>
          <a:r>
            <a:rPr lang="en-US"/>
            <a:t>Windows 10 </a:t>
          </a:r>
          <a:r>
            <a:rPr lang="sr-Cyrl-RS"/>
            <a:t>оперативном систему апликације се могу покренути на следећи начин:</a:t>
          </a:r>
          <a:endParaRPr lang="en-US"/>
        </a:p>
      </dgm:t>
    </dgm:pt>
    <dgm:pt modelId="{592A1571-0353-4CDB-84D6-045C0EA9A7C7}" type="parTrans" cxnId="{10152ACB-0445-47AB-83B7-D94799FCF137}">
      <dgm:prSet/>
      <dgm:spPr/>
      <dgm:t>
        <a:bodyPr/>
        <a:lstStyle/>
        <a:p>
          <a:endParaRPr lang="en-US"/>
        </a:p>
      </dgm:t>
    </dgm:pt>
    <dgm:pt modelId="{4EA5327A-545A-447D-BAB6-6CDD8659F2C2}" type="sibTrans" cxnId="{10152ACB-0445-47AB-83B7-D94799FCF137}">
      <dgm:prSet/>
      <dgm:spPr/>
      <dgm:t>
        <a:bodyPr/>
        <a:lstStyle/>
        <a:p>
          <a:endParaRPr lang="en-US"/>
        </a:p>
      </dgm:t>
    </dgm:pt>
    <dgm:pt modelId="{37C61049-5438-4DEC-868D-540585AF6A75}">
      <dgm:prSet/>
      <dgm:spPr/>
      <dgm:t>
        <a:bodyPr/>
        <a:lstStyle/>
        <a:p>
          <a:r>
            <a:rPr lang="sr-Cyrl-RS"/>
            <a:t>двокликом на иконицу на радној површини;</a:t>
          </a:r>
          <a:endParaRPr lang="en-US"/>
        </a:p>
      </dgm:t>
    </dgm:pt>
    <dgm:pt modelId="{D25D4C7A-CCCE-4612-BF7B-6208740682F2}" type="parTrans" cxnId="{30DD1EF4-530B-4051-BDC2-A10446435931}">
      <dgm:prSet/>
      <dgm:spPr/>
      <dgm:t>
        <a:bodyPr/>
        <a:lstStyle/>
        <a:p>
          <a:endParaRPr lang="en-US"/>
        </a:p>
      </dgm:t>
    </dgm:pt>
    <dgm:pt modelId="{17756822-B665-4610-B053-197D8F404E98}" type="sibTrans" cxnId="{30DD1EF4-530B-4051-BDC2-A10446435931}">
      <dgm:prSet/>
      <dgm:spPr/>
      <dgm:t>
        <a:bodyPr/>
        <a:lstStyle/>
        <a:p>
          <a:endParaRPr lang="en-US"/>
        </a:p>
      </dgm:t>
    </dgm:pt>
    <dgm:pt modelId="{6BB9C3EE-7D21-47CD-97C3-D0815C95050F}">
      <dgm:prSet/>
      <dgm:spPr/>
      <dgm:t>
        <a:bodyPr/>
        <a:lstStyle/>
        <a:p>
          <a:r>
            <a:rPr lang="sr-Cyrl-RS"/>
            <a:t>кликом на иконицу на траци са задацима;</a:t>
          </a:r>
          <a:endParaRPr lang="en-US"/>
        </a:p>
      </dgm:t>
    </dgm:pt>
    <dgm:pt modelId="{7F78AE69-9E03-4BEF-A60E-AC6BB09199F4}" type="parTrans" cxnId="{91E49935-C2C7-42E1-B117-8E33ACFA5407}">
      <dgm:prSet/>
      <dgm:spPr/>
      <dgm:t>
        <a:bodyPr/>
        <a:lstStyle/>
        <a:p>
          <a:endParaRPr lang="en-US"/>
        </a:p>
      </dgm:t>
    </dgm:pt>
    <dgm:pt modelId="{8233CF00-4F47-4E77-BDA3-71B744CAC5B7}" type="sibTrans" cxnId="{91E49935-C2C7-42E1-B117-8E33ACFA5407}">
      <dgm:prSet/>
      <dgm:spPr/>
      <dgm:t>
        <a:bodyPr/>
        <a:lstStyle/>
        <a:p>
          <a:endParaRPr lang="en-US"/>
        </a:p>
      </dgm:t>
    </dgm:pt>
    <dgm:pt modelId="{7E092F95-396A-435B-AF97-82D19655284C}">
      <dgm:prSet/>
      <dgm:spPr/>
      <dgm:t>
        <a:bodyPr/>
        <a:lstStyle/>
        <a:p>
          <a:r>
            <a:rPr lang="sr-Cyrl-RS"/>
            <a:t>кликом на плочицу у Старт менију;</a:t>
          </a:r>
          <a:endParaRPr lang="en-US"/>
        </a:p>
      </dgm:t>
    </dgm:pt>
    <dgm:pt modelId="{86791FA6-D642-4EC4-AF1A-905DC347825B}" type="parTrans" cxnId="{2876A4CB-CB34-4B19-B4E3-B9FAA4B99C35}">
      <dgm:prSet/>
      <dgm:spPr/>
      <dgm:t>
        <a:bodyPr/>
        <a:lstStyle/>
        <a:p>
          <a:endParaRPr lang="en-US"/>
        </a:p>
      </dgm:t>
    </dgm:pt>
    <dgm:pt modelId="{3FE34873-9431-4AD7-BED6-C1B33590AA39}" type="sibTrans" cxnId="{2876A4CB-CB34-4B19-B4E3-B9FAA4B99C35}">
      <dgm:prSet/>
      <dgm:spPr/>
      <dgm:t>
        <a:bodyPr/>
        <a:lstStyle/>
        <a:p>
          <a:endParaRPr lang="en-US"/>
        </a:p>
      </dgm:t>
    </dgm:pt>
    <dgm:pt modelId="{AA25DC25-2050-43C4-8500-C5440D5C2DA8}">
      <dgm:prSet/>
      <dgm:spPr/>
      <dgm:t>
        <a:bodyPr/>
        <a:lstStyle/>
        <a:p>
          <a:r>
            <a:rPr lang="sr-Cyrl-RS"/>
            <a:t>кликом на иконицу у листи апликација (у Старт менију);</a:t>
          </a:r>
          <a:endParaRPr lang="en-US"/>
        </a:p>
      </dgm:t>
    </dgm:pt>
    <dgm:pt modelId="{1FB98875-27AE-442D-A3D2-BBC29AF53ABE}" type="parTrans" cxnId="{83BD958B-E844-4011-82C2-4062B51C6146}">
      <dgm:prSet/>
      <dgm:spPr/>
      <dgm:t>
        <a:bodyPr/>
        <a:lstStyle/>
        <a:p>
          <a:endParaRPr lang="en-US"/>
        </a:p>
      </dgm:t>
    </dgm:pt>
    <dgm:pt modelId="{BFBB6119-C5C9-4582-8776-2C7346F66F65}" type="sibTrans" cxnId="{83BD958B-E844-4011-82C2-4062B51C6146}">
      <dgm:prSet/>
      <dgm:spPr/>
      <dgm:t>
        <a:bodyPr/>
        <a:lstStyle/>
        <a:p>
          <a:endParaRPr lang="en-US"/>
        </a:p>
      </dgm:t>
    </dgm:pt>
    <dgm:pt modelId="{90471E60-015A-4CE3-8995-07BFF4631862}">
      <dgm:prSet/>
      <dgm:spPr/>
      <dgm:t>
        <a:bodyPr/>
        <a:lstStyle/>
        <a:p>
          <a:r>
            <a:rPr lang="sr-Cyrl-RS"/>
            <a:t>уз помоћ </a:t>
          </a:r>
          <a:r>
            <a:rPr lang="sr-Cyrl-RS" i="1"/>
            <a:t>Windows</a:t>
          </a:r>
          <a:r>
            <a:rPr lang="sr-Cyrl-RS"/>
            <a:t> претраге.</a:t>
          </a:r>
          <a:endParaRPr lang="en-US"/>
        </a:p>
      </dgm:t>
    </dgm:pt>
    <dgm:pt modelId="{7D76B651-2B4B-4EB7-AC75-44A0564CBBDC}" type="parTrans" cxnId="{903237E7-976B-4DBD-84CA-6D1F47F4C3BF}">
      <dgm:prSet/>
      <dgm:spPr/>
      <dgm:t>
        <a:bodyPr/>
        <a:lstStyle/>
        <a:p>
          <a:endParaRPr lang="en-US"/>
        </a:p>
      </dgm:t>
    </dgm:pt>
    <dgm:pt modelId="{5BA3981F-ADCB-447A-A094-E0B6BF7DC9E5}" type="sibTrans" cxnId="{903237E7-976B-4DBD-84CA-6D1F47F4C3BF}">
      <dgm:prSet/>
      <dgm:spPr/>
      <dgm:t>
        <a:bodyPr/>
        <a:lstStyle/>
        <a:p>
          <a:endParaRPr lang="en-US"/>
        </a:p>
      </dgm:t>
    </dgm:pt>
    <dgm:pt modelId="{A8FE65C7-9790-4FDA-BC94-273A59BAA9C1}" type="pres">
      <dgm:prSet presAssocID="{BAF17950-886B-4515-862D-83E06BF682B6}" presName="vert0" presStyleCnt="0">
        <dgm:presLayoutVars>
          <dgm:dir/>
          <dgm:animOne val="branch"/>
          <dgm:animLvl val="lvl"/>
        </dgm:presLayoutVars>
      </dgm:prSet>
      <dgm:spPr/>
    </dgm:pt>
    <dgm:pt modelId="{76BBC54B-9EF6-430C-878A-3C30934D76ED}" type="pres">
      <dgm:prSet presAssocID="{9CEC43AE-3857-4731-A412-5821F064555F}" presName="thickLine" presStyleLbl="alignNode1" presStyleIdx="0" presStyleCnt="1"/>
      <dgm:spPr/>
    </dgm:pt>
    <dgm:pt modelId="{3F3FB34E-7CE2-4AB5-A20C-2D6971DC056E}" type="pres">
      <dgm:prSet presAssocID="{9CEC43AE-3857-4731-A412-5821F064555F}" presName="horz1" presStyleCnt="0"/>
      <dgm:spPr/>
    </dgm:pt>
    <dgm:pt modelId="{25414B55-56F4-482F-853C-EF6224398EAB}" type="pres">
      <dgm:prSet presAssocID="{9CEC43AE-3857-4731-A412-5821F064555F}" presName="tx1" presStyleLbl="revTx" presStyleIdx="0" presStyleCnt="6"/>
      <dgm:spPr/>
    </dgm:pt>
    <dgm:pt modelId="{D59D6749-AE50-43C3-853E-D1DF84419A8E}" type="pres">
      <dgm:prSet presAssocID="{9CEC43AE-3857-4731-A412-5821F064555F}" presName="vert1" presStyleCnt="0"/>
      <dgm:spPr/>
    </dgm:pt>
    <dgm:pt modelId="{09A7C62E-1CFA-4B1A-B7F4-AE6783295EB1}" type="pres">
      <dgm:prSet presAssocID="{37C61049-5438-4DEC-868D-540585AF6A75}" presName="vertSpace2a" presStyleCnt="0"/>
      <dgm:spPr/>
    </dgm:pt>
    <dgm:pt modelId="{11BC2C07-430A-443E-ADA3-9614C8868F6E}" type="pres">
      <dgm:prSet presAssocID="{37C61049-5438-4DEC-868D-540585AF6A75}" presName="horz2" presStyleCnt="0"/>
      <dgm:spPr/>
    </dgm:pt>
    <dgm:pt modelId="{5489CF05-744D-4145-9DBB-5A41B0083F08}" type="pres">
      <dgm:prSet presAssocID="{37C61049-5438-4DEC-868D-540585AF6A75}" presName="horzSpace2" presStyleCnt="0"/>
      <dgm:spPr/>
    </dgm:pt>
    <dgm:pt modelId="{BB2C465B-9618-4B2A-964B-D3DCED51D448}" type="pres">
      <dgm:prSet presAssocID="{37C61049-5438-4DEC-868D-540585AF6A75}" presName="tx2" presStyleLbl="revTx" presStyleIdx="1" presStyleCnt="6"/>
      <dgm:spPr/>
    </dgm:pt>
    <dgm:pt modelId="{1498D0D6-0BFD-4270-A7EF-DE5D8F175A76}" type="pres">
      <dgm:prSet presAssocID="{37C61049-5438-4DEC-868D-540585AF6A75}" presName="vert2" presStyleCnt="0"/>
      <dgm:spPr/>
    </dgm:pt>
    <dgm:pt modelId="{8D50CD9E-BC26-4274-B8F5-B6768BE290F4}" type="pres">
      <dgm:prSet presAssocID="{37C61049-5438-4DEC-868D-540585AF6A75}" presName="thinLine2b" presStyleLbl="callout" presStyleIdx="0" presStyleCnt="5"/>
      <dgm:spPr/>
    </dgm:pt>
    <dgm:pt modelId="{34C29619-C973-43C7-8967-E3C0AA6CC224}" type="pres">
      <dgm:prSet presAssocID="{37C61049-5438-4DEC-868D-540585AF6A75}" presName="vertSpace2b" presStyleCnt="0"/>
      <dgm:spPr/>
    </dgm:pt>
    <dgm:pt modelId="{F9FA83A3-42E3-4755-8402-099111995BF1}" type="pres">
      <dgm:prSet presAssocID="{6BB9C3EE-7D21-47CD-97C3-D0815C95050F}" presName="horz2" presStyleCnt="0"/>
      <dgm:spPr/>
    </dgm:pt>
    <dgm:pt modelId="{1776E2BD-55DB-4F67-8FEC-AB50979EA8C9}" type="pres">
      <dgm:prSet presAssocID="{6BB9C3EE-7D21-47CD-97C3-D0815C95050F}" presName="horzSpace2" presStyleCnt="0"/>
      <dgm:spPr/>
    </dgm:pt>
    <dgm:pt modelId="{52759710-8A37-41A1-A562-8D4455441B21}" type="pres">
      <dgm:prSet presAssocID="{6BB9C3EE-7D21-47CD-97C3-D0815C95050F}" presName="tx2" presStyleLbl="revTx" presStyleIdx="2" presStyleCnt="6"/>
      <dgm:spPr/>
    </dgm:pt>
    <dgm:pt modelId="{8D0C5765-CDE5-4600-838D-BF06375BEC5F}" type="pres">
      <dgm:prSet presAssocID="{6BB9C3EE-7D21-47CD-97C3-D0815C95050F}" presName="vert2" presStyleCnt="0"/>
      <dgm:spPr/>
    </dgm:pt>
    <dgm:pt modelId="{4FEA4A38-4F2E-46D9-9856-AF3E6E483091}" type="pres">
      <dgm:prSet presAssocID="{6BB9C3EE-7D21-47CD-97C3-D0815C95050F}" presName="thinLine2b" presStyleLbl="callout" presStyleIdx="1" presStyleCnt="5"/>
      <dgm:spPr/>
    </dgm:pt>
    <dgm:pt modelId="{A558E78A-811E-4F8F-8C3F-91862D25F6AE}" type="pres">
      <dgm:prSet presAssocID="{6BB9C3EE-7D21-47CD-97C3-D0815C95050F}" presName="vertSpace2b" presStyleCnt="0"/>
      <dgm:spPr/>
    </dgm:pt>
    <dgm:pt modelId="{5011D473-8E4D-48DC-A431-56469F4E9646}" type="pres">
      <dgm:prSet presAssocID="{7E092F95-396A-435B-AF97-82D19655284C}" presName="horz2" presStyleCnt="0"/>
      <dgm:spPr/>
    </dgm:pt>
    <dgm:pt modelId="{0892FF6B-5E3D-4113-9280-7A4C948AF55A}" type="pres">
      <dgm:prSet presAssocID="{7E092F95-396A-435B-AF97-82D19655284C}" presName="horzSpace2" presStyleCnt="0"/>
      <dgm:spPr/>
    </dgm:pt>
    <dgm:pt modelId="{268BD833-937B-4EF2-8633-C0E5D88E1926}" type="pres">
      <dgm:prSet presAssocID="{7E092F95-396A-435B-AF97-82D19655284C}" presName="tx2" presStyleLbl="revTx" presStyleIdx="3" presStyleCnt="6"/>
      <dgm:spPr/>
    </dgm:pt>
    <dgm:pt modelId="{5091CB27-93F6-43D6-A1E8-12F63666C9AE}" type="pres">
      <dgm:prSet presAssocID="{7E092F95-396A-435B-AF97-82D19655284C}" presName="vert2" presStyleCnt="0"/>
      <dgm:spPr/>
    </dgm:pt>
    <dgm:pt modelId="{19E48A09-A51C-4289-8F2E-2E02E29139A8}" type="pres">
      <dgm:prSet presAssocID="{7E092F95-396A-435B-AF97-82D19655284C}" presName="thinLine2b" presStyleLbl="callout" presStyleIdx="2" presStyleCnt="5"/>
      <dgm:spPr/>
    </dgm:pt>
    <dgm:pt modelId="{E9300977-829E-41B5-AE90-4AB8B5B0A0A2}" type="pres">
      <dgm:prSet presAssocID="{7E092F95-396A-435B-AF97-82D19655284C}" presName="vertSpace2b" presStyleCnt="0"/>
      <dgm:spPr/>
    </dgm:pt>
    <dgm:pt modelId="{05A4378B-F916-43E1-AC42-1400CABE9361}" type="pres">
      <dgm:prSet presAssocID="{AA25DC25-2050-43C4-8500-C5440D5C2DA8}" presName="horz2" presStyleCnt="0"/>
      <dgm:spPr/>
    </dgm:pt>
    <dgm:pt modelId="{C390DC03-1205-466D-97F0-9B1A179B70B3}" type="pres">
      <dgm:prSet presAssocID="{AA25DC25-2050-43C4-8500-C5440D5C2DA8}" presName="horzSpace2" presStyleCnt="0"/>
      <dgm:spPr/>
    </dgm:pt>
    <dgm:pt modelId="{903DF7E6-3BCB-49AA-A302-44F0B1A73BC0}" type="pres">
      <dgm:prSet presAssocID="{AA25DC25-2050-43C4-8500-C5440D5C2DA8}" presName="tx2" presStyleLbl="revTx" presStyleIdx="4" presStyleCnt="6"/>
      <dgm:spPr/>
    </dgm:pt>
    <dgm:pt modelId="{F33C5522-2D1C-4A23-9FAA-645336BDC967}" type="pres">
      <dgm:prSet presAssocID="{AA25DC25-2050-43C4-8500-C5440D5C2DA8}" presName="vert2" presStyleCnt="0"/>
      <dgm:spPr/>
    </dgm:pt>
    <dgm:pt modelId="{948BAD8D-DDCC-4306-B98A-FDBF1D07C93C}" type="pres">
      <dgm:prSet presAssocID="{AA25DC25-2050-43C4-8500-C5440D5C2DA8}" presName="thinLine2b" presStyleLbl="callout" presStyleIdx="3" presStyleCnt="5"/>
      <dgm:spPr/>
    </dgm:pt>
    <dgm:pt modelId="{7B458FA9-8B14-4B93-AA37-A9EFF2A6C8DB}" type="pres">
      <dgm:prSet presAssocID="{AA25DC25-2050-43C4-8500-C5440D5C2DA8}" presName="vertSpace2b" presStyleCnt="0"/>
      <dgm:spPr/>
    </dgm:pt>
    <dgm:pt modelId="{57953196-CF5F-492E-9FFB-462FCDC781D4}" type="pres">
      <dgm:prSet presAssocID="{90471E60-015A-4CE3-8995-07BFF4631862}" presName="horz2" presStyleCnt="0"/>
      <dgm:spPr/>
    </dgm:pt>
    <dgm:pt modelId="{7305FEA2-0CD6-46D1-A2BB-5D9E9CD7115F}" type="pres">
      <dgm:prSet presAssocID="{90471E60-015A-4CE3-8995-07BFF4631862}" presName="horzSpace2" presStyleCnt="0"/>
      <dgm:spPr/>
    </dgm:pt>
    <dgm:pt modelId="{161BF58A-D56A-4B40-B41A-0C097D3B39D3}" type="pres">
      <dgm:prSet presAssocID="{90471E60-015A-4CE3-8995-07BFF4631862}" presName="tx2" presStyleLbl="revTx" presStyleIdx="5" presStyleCnt="6"/>
      <dgm:spPr/>
    </dgm:pt>
    <dgm:pt modelId="{BC92BCCE-0556-41B0-B3DA-CC3A941AB386}" type="pres">
      <dgm:prSet presAssocID="{90471E60-015A-4CE3-8995-07BFF4631862}" presName="vert2" presStyleCnt="0"/>
      <dgm:spPr/>
    </dgm:pt>
    <dgm:pt modelId="{EACE540B-7A0E-4875-A034-5246A980C964}" type="pres">
      <dgm:prSet presAssocID="{90471E60-015A-4CE3-8995-07BFF4631862}" presName="thinLine2b" presStyleLbl="callout" presStyleIdx="4" presStyleCnt="5"/>
      <dgm:spPr/>
    </dgm:pt>
    <dgm:pt modelId="{C2360940-6DBD-4A26-AAB7-8237AA62C33D}" type="pres">
      <dgm:prSet presAssocID="{90471E60-015A-4CE3-8995-07BFF4631862}" presName="vertSpace2b" presStyleCnt="0"/>
      <dgm:spPr/>
    </dgm:pt>
  </dgm:ptLst>
  <dgm:cxnLst>
    <dgm:cxn modelId="{AC47301B-1F5C-44C6-8F4E-00F68A8A69EF}" type="presOf" srcId="{AA25DC25-2050-43C4-8500-C5440D5C2DA8}" destId="{903DF7E6-3BCB-49AA-A302-44F0B1A73BC0}" srcOrd="0" destOrd="0" presId="urn:microsoft.com/office/officeart/2008/layout/LinedList"/>
    <dgm:cxn modelId="{91E49935-C2C7-42E1-B117-8E33ACFA5407}" srcId="{9CEC43AE-3857-4731-A412-5821F064555F}" destId="{6BB9C3EE-7D21-47CD-97C3-D0815C95050F}" srcOrd="1" destOrd="0" parTransId="{7F78AE69-9E03-4BEF-A60E-AC6BB09199F4}" sibTransId="{8233CF00-4F47-4E77-BDA3-71B744CAC5B7}"/>
    <dgm:cxn modelId="{1D2E644E-A403-4B0C-9F8E-1F87B1E1CB1E}" type="presOf" srcId="{BAF17950-886B-4515-862D-83E06BF682B6}" destId="{A8FE65C7-9790-4FDA-BC94-273A59BAA9C1}" srcOrd="0" destOrd="0" presId="urn:microsoft.com/office/officeart/2008/layout/LinedList"/>
    <dgm:cxn modelId="{990DB052-66B7-43E3-8478-C0F4E5F6A7A5}" type="presOf" srcId="{7E092F95-396A-435B-AF97-82D19655284C}" destId="{268BD833-937B-4EF2-8633-C0E5D88E1926}" srcOrd="0" destOrd="0" presId="urn:microsoft.com/office/officeart/2008/layout/LinedList"/>
    <dgm:cxn modelId="{CC766053-5AF7-4DFB-BB16-B1D0FC4F0A40}" type="presOf" srcId="{6BB9C3EE-7D21-47CD-97C3-D0815C95050F}" destId="{52759710-8A37-41A1-A562-8D4455441B21}" srcOrd="0" destOrd="0" presId="urn:microsoft.com/office/officeart/2008/layout/LinedList"/>
    <dgm:cxn modelId="{4C81507A-4069-42C4-A90B-08E20957E87F}" type="presOf" srcId="{37C61049-5438-4DEC-868D-540585AF6A75}" destId="{BB2C465B-9618-4B2A-964B-D3DCED51D448}" srcOrd="0" destOrd="0" presId="urn:microsoft.com/office/officeart/2008/layout/LinedList"/>
    <dgm:cxn modelId="{83BD958B-E844-4011-82C2-4062B51C6146}" srcId="{9CEC43AE-3857-4731-A412-5821F064555F}" destId="{AA25DC25-2050-43C4-8500-C5440D5C2DA8}" srcOrd="3" destOrd="0" parTransId="{1FB98875-27AE-442D-A3D2-BBC29AF53ABE}" sibTransId="{BFBB6119-C5C9-4582-8776-2C7346F66F65}"/>
    <dgm:cxn modelId="{B06BA28C-2705-432B-824B-165252767020}" type="presOf" srcId="{9CEC43AE-3857-4731-A412-5821F064555F}" destId="{25414B55-56F4-482F-853C-EF6224398EAB}" srcOrd="0" destOrd="0" presId="urn:microsoft.com/office/officeart/2008/layout/LinedList"/>
    <dgm:cxn modelId="{5FE969A0-9EF3-4E50-9FBF-CBF520E86137}" type="presOf" srcId="{90471E60-015A-4CE3-8995-07BFF4631862}" destId="{161BF58A-D56A-4B40-B41A-0C097D3B39D3}" srcOrd="0" destOrd="0" presId="urn:microsoft.com/office/officeart/2008/layout/LinedList"/>
    <dgm:cxn modelId="{10152ACB-0445-47AB-83B7-D94799FCF137}" srcId="{BAF17950-886B-4515-862D-83E06BF682B6}" destId="{9CEC43AE-3857-4731-A412-5821F064555F}" srcOrd="0" destOrd="0" parTransId="{592A1571-0353-4CDB-84D6-045C0EA9A7C7}" sibTransId="{4EA5327A-545A-447D-BAB6-6CDD8659F2C2}"/>
    <dgm:cxn modelId="{2876A4CB-CB34-4B19-B4E3-B9FAA4B99C35}" srcId="{9CEC43AE-3857-4731-A412-5821F064555F}" destId="{7E092F95-396A-435B-AF97-82D19655284C}" srcOrd="2" destOrd="0" parTransId="{86791FA6-D642-4EC4-AF1A-905DC347825B}" sibTransId="{3FE34873-9431-4AD7-BED6-C1B33590AA39}"/>
    <dgm:cxn modelId="{903237E7-976B-4DBD-84CA-6D1F47F4C3BF}" srcId="{9CEC43AE-3857-4731-A412-5821F064555F}" destId="{90471E60-015A-4CE3-8995-07BFF4631862}" srcOrd="4" destOrd="0" parTransId="{7D76B651-2B4B-4EB7-AC75-44A0564CBBDC}" sibTransId="{5BA3981F-ADCB-447A-A094-E0B6BF7DC9E5}"/>
    <dgm:cxn modelId="{30DD1EF4-530B-4051-BDC2-A10446435931}" srcId="{9CEC43AE-3857-4731-A412-5821F064555F}" destId="{37C61049-5438-4DEC-868D-540585AF6A75}" srcOrd="0" destOrd="0" parTransId="{D25D4C7A-CCCE-4612-BF7B-6208740682F2}" sibTransId="{17756822-B665-4610-B053-197D8F404E98}"/>
    <dgm:cxn modelId="{6D505876-E837-4D30-8713-BA85C2C525A3}" type="presParOf" srcId="{A8FE65C7-9790-4FDA-BC94-273A59BAA9C1}" destId="{76BBC54B-9EF6-430C-878A-3C30934D76ED}" srcOrd="0" destOrd="0" presId="urn:microsoft.com/office/officeart/2008/layout/LinedList"/>
    <dgm:cxn modelId="{043DFB57-38E5-42A5-BDD8-1921A57446C7}" type="presParOf" srcId="{A8FE65C7-9790-4FDA-BC94-273A59BAA9C1}" destId="{3F3FB34E-7CE2-4AB5-A20C-2D6971DC056E}" srcOrd="1" destOrd="0" presId="urn:microsoft.com/office/officeart/2008/layout/LinedList"/>
    <dgm:cxn modelId="{8F60E2AC-92A4-41C1-A131-21379B880A7B}" type="presParOf" srcId="{3F3FB34E-7CE2-4AB5-A20C-2D6971DC056E}" destId="{25414B55-56F4-482F-853C-EF6224398EAB}" srcOrd="0" destOrd="0" presId="urn:microsoft.com/office/officeart/2008/layout/LinedList"/>
    <dgm:cxn modelId="{16C1119E-CE0E-492A-8496-F7EAFB065BC3}" type="presParOf" srcId="{3F3FB34E-7CE2-4AB5-A20C-2D6971DC056E}" destId="{D59D6749-AE50-43C3-853E-D1DF84419A8E}" srcOrd="1" destOrd="0" presId="urn:microsoft.com/office/officeart/2008/layout/LinedList"/>
    <dgm:cxn modelId="{098D956E-FD09-4694-885A-6AA188C0FD3F}" type="presParOf" srcId="{D59D6749-AE50-43C3-853E-D1DF84419A8E}" destId="{09A7C62E-1CFA-4B1A-B7F4-AE6783295EB1}" srcOrd="0" destOrd="0" presId="urn:microsoft.com/office/officeart/2008/layout/LinedList"/>
    <dgm:cxn modelId="{A1197D31-0F37-4C5E-8721-ACCAC373ABBE}" type="presParOf" srcId="{D59D6749-AE50-43C3-853E-D1DF84419A8E}" destId="{11BC2C07-430A-443E-ADA3-9614C8868F6E}" srcOrd="1" destOrd="0" presId="urn:microsoft.com/office/officeart/2008/layout/LinedList"/>
    <dgm:cxn modelId="{F2EC3D98-C095-4D1B-9385-40CEC0A35A5E}" type="presParOf" srcId="{11BC2C07-430A-443E-ADA3-9614C8868F6E}" destId="{5489CF05-744D-4145-9DBB-5A41B0083F08}" srcOrd="0" destOrd="0" presId="urn:microsoft.com/office/officeart/2008/layout/LinedList"/>
    <dgm:cxn modelId="{489B702D-2C45-49DC-A489-0057DC7C1696}" type="presParOf" srcId="{11BC2C07-430A-443E-ADA3-9614C8868F6E}" destId="{BB2C465B-9618-4B2A-964B-D3DCED51D448}" srcOrd="1" destOrd="0" presId="urn:microsoft.com/office/officeart/2008/layout/LinedList"/>
    <dgm:cxn modelId="{80864EF6-B1C1-49C0-AB83-0F195A593370}" type="presParOf" srcId="{11BC2C07-430A-443E-ADA3-9614C8868F6E}" destId="{1498D0D6-0BFD-4270-A7EF-DE5D8F175A76}" srcOrd="2" destOrd="0" presId="urn:microsoft.com/office/officeart/2008/layout/LinedList"/>
    <dgm:cxn modelId="{1D2B0F83-DA75-42CE-B135-26DA01DDAC3F}" type="presParOf" srcId="{D59D6749-AE50-43C3-853E-D1DF84419A8E}" destId="{8D50CD9E-BC26-4274-B8F5-B6768BE290F4}" srcOrd="2" destOrd="0" presId="urn:microsoft.com/office/officeart/2008/layout/LinedList"/>
    <dgm:cxn modelId="{326C90A2-9C9C-4733-B907-292BC92DF261}" type="presParOf" srcId="{D59D6749-AE50-43C3-853E-D1DF84419A8E}" destId="{34C29619-C973-43C7-8967-E3C0AA6CC224}" srcOrd="3" destOrd="0" presId="urn:microsoft.com/office/officeart/2008/layout/LinedList"/>
    <dgm:cxn modelId="{C209D73A-C86E-40F1-933E-EA25B4006A77}" type="presParOf" srcId="{D59D6749-AE50-43C3-853E-D1DF84419A8E}" destId="{F9FA83A3-42E3-4755-8402-099111995BF1}" srcOrd="4" destOrd="0" presId="urn:microsoft.com/office/officeart/2008/layout/LinedList"/>
    <dgm:cxn modelId="{F6004D85-DD49-488B-BD9D-40462EC33610}" type="presParOf" srcId="{F9FA83A3-42E3-4755-8402-099111995BF1}" destId="{1776E2BD-55DB-4F67-8FEC-AB50979EA8C9}" srcOrd="0" destOrd="0" presId="urn:microsoft.com/office/officeart/2008/layout/LinedList"/>
    <dgm:cxn modelId="{DA748B68-8391-4B16-A86F-A32EE67B6BA9}" type="presParOf" srcId="{F9FA83A3-42E3-4755-8402-099111995BF1}" destId="{52759710-8A37-41A1-A562-8D4455441B21}" srcOrd="1" destOrd="0" presId="urn:microsoft.com/office/officeart/2008/layout/LinedList"/>
    <dgm:cxn modelId="{B1B6099D-D39B-453A-A0B5-68112BBA1670}" type="presParOf" srcId="{F9FA83A3-42E3-4755-8402-099111995BF1}" destId="{8D0C5765-CDE5-4600-838D-BF06375BEC5F}" srcOrd="2" destOrd="0" presId="urn:microsoft.com/office/officeart/2008/layout/LinedList"/>
    <dgm:cxn modelId="{BB77CC03-63DA-47D8-B385-4C054C81A297}" type="presParOf" srcId="{D59D6749-AE50-43C3-853E-D1DF84419A8E}" destId="{4FEA4A38-4F2E-46D9-9856-AF3E6E483091}" srcOrd="5" destOrd="0" presId="urn:microsoft.com/office/officeart/2008/layout/LinedList"/>
    <dgm:cxn modelId="{7099B86E-4172-41EE-B6E8-99F0A5E339D8}" type="presParOf" srcId="{D59D6749-AE50-43C3-853E-D1DF84419A8E}" destId="{A558E78A-811E-4F8F-8C3F-91862D25F6AE}" srcOrd="6" destOrd="0" presId="urn:microsoft.com/office/officeart/2008/layout/LinedList"/>
    <dgm:cxn modelId="{0C672211-BAC7-423B-A991-6862E9FE23BE}" type="presParOf" srcId="{D59D6749-AE50-43C3-853E-D1DF84419A8E}" destId="{5011D473-8E4D-48DC-A431-56469F4E9646}" srcOrd="7" destOrd="0" presId="urn:microsoft.com/office/officeart/2008/layout/LinedList"/>
    <dgm:cxn modelId="{1655CB03-9C04-4C73-8658-0B2740A77706}" type="presParOf" srcId="{5011D473-8E4D-48DC-A431-56469F4E9646}" destId="{0892FF6B-5E3D-4113-9280-7A4C948AF55A}" srcOrd="0" destOrd="0" presId="urn:microsoft.com/office/officeart/2008/layout/LinedList"/>
    <dgm:cxn modelId="{6498A2D9-2842-4090-B495-F9777879590A}" type="presParOf" srcId="{5011D473-8E4D-48DC-A431-56469F4E9646}" destId="{268BD833-937B-4EF2-8633-C0E5D88E1926}" srcOrd="1" destOrd="0" presId="urn:microsoft.com/office/officeart/2008/layout/LinedList"/>
    <dgm:cxn modelId="{BA24893C-A15B-4684-82BB-CA6D83DAC199}" type="presParOf" srcId="{5011D473-8E4D-48DC-A431-56469F4E9646}" destId="{5091CB27-93F6-43D6-A1E8-12F63666C9AE}" srcOrd="2" destOrd="0" presId="urn:microsoft.com/office/officeart/2008/layout/LinedList"/>
    <dgm:cxn modelId="{EA77BBD8-9C84-412C-83E2-D2105266871E}" type="presParOf" srcId="{D59D6749-AE50-43C3-853E-D1DF84419A8E}" destId="{19E48A09-A51C-4289-8F2E-2E02E29139A8}" srcOrd="8" destOrd="0" presId="urn:microsoft.com/office/officeart/2008/layout/LinedList"/>
    <dgm:cxn modelId="{2B3810C8-40A0-4AFC-890B-AAA38CABDB57}" type="presParOf" srcId="{D59D6749-AE50-43C3-853E-D1DF84419A8E}" destId="{E9300977-829E-41B5-AE90-4AB8B5B0A0A2}" srcOrd="9" destOrd="0" presId="urn:microsoft.com/office/officeart/2008/layout/LinedList"/>
    <dgm:cxn modelId="{5BFC1A5A-2B9C-43B8-B954-730C5B2A27E6}" type="presParOf" srcId="{D59D6749-AE50-43C3-853E-D1DF84419A8E}" destId="{05A4378B-F916-43E1-AC42-1400CABE9361}" srcOrd="10" destOrd="0" presId="urn:microsoft.com/office/officeart/2008/layout/LinedList"/>
    <dgm:cxn modelId="{E59BB41B-B084-4A2A-80A5-E92601BC132D}" type="presParOf" srcId="{05A4378B-F916-43E1-AC42-1400CABE9361}" destId="{C390DC03-1205-466D-97F0-9B1A179B70B3}" srcOrd="0" destOrd="0" presId="urn:microsoft.com/office/officeart/2008/layout/LinedList"/>
    <dgm:cxn modelId="{586D380F-3CCD-4CAC-97DA-73BA99AC2280}" type="presParOf" srcId="{05A4378B-F916-43E1-AC42-1400CABE9361}" destId="{903DF7E6-3BCB-49AA-A302-44F0B1A73BC0}" srcOrd="1" destOrd="0" presId="urn:microsoft.com/office/officeart/2008/layout/LinedList"/>
    <dgm:cxn modelId="{B0520503-0672-4F4D-9867-E847F9CA45CC}" type="presParOf" srcId="{05A4378B-F916-43E1-AC42-1400CABE9361}" destId="{F33C5522-2D1C-4A23-9FAA-645336BDC967}" srcOrd="2" destOrd="0" presId="urn:microsoft.com/office/officeart/2008/layout/LinedList"/>
    <dgm:cxn modelId="{2567D57C-E6E8-42A5-9F98-3D96F515B13E}" type="presParOf" srcId="{D59D6749-AE50-43C3-853E-D1DF84419A8E}" destId="{948BAD8D-DDCC-4306-B98A-FDBF1D07C93C}" srcOrd="11" destOrd="0" presId="urn:microsoft.com/office/officeart/2008/layout/LinedList"/>
    <dgm:cxn modelId="{859C19BB-C610-4512-B32F-EDF60A0DC01F}" type="presParOf" srcId="{D59D6749-AE50-43C3-853E-D1DF84419A8E}" destId="{7B458FA9-8B14-4B93-AA37-A9EFF2A6C8DB}" srcOrd="12" destOrd="0" presId="urn:microsoft.com/office/officeart/2008/layout/LinedList"/>
    <dgm:cxn modelId="{47B1E369-7ADD-4A8B-829B-1FEA659F26A7}" type="presParOf" srcId="{D59D6749-AE50-43C3-853E-D1DF84419A8E}" destId="{57953196-CF5F-492E-9FFB-462FCDC781D4}" srcOrd="13" destOrd="0" presId="urn:microsoft.com/office/officeart/2008/layout/LinedList"/>
    <dgm:cxn modelId="{02B93103-55F6-49BD-9CCB-B4AD4C54D8DE}" type="presParOf" srcId="{57953196-CF5F-492E-9FFB-462FCDC781D4}" destId="{7305FEA2-0CD6-46D1-A2BB-5D9E9CD7115F}" srcOrd="0" destOrd="0" presId="urn:microsoft.com/office/officeart/2008/layout/LinedList"/>
    <dgm:cxn modelId="{7B0F655E-8743-4CB0-AB61-7D6E1435B397}" type="presParOf" srcId="{57953196-CF5F-492E-9FFB-462FCDC781D4}" destId="{161BF58A-D56A-4B40-B41A-0C097D3B39D3}" srcOrd="1" destOrd="0" presId="urn:microsoft.com/office/officeart/2008/layout/LinedList"/>
    <dgm:cxn modelId="{79408FE1-AC29-415A-BBA6-52400BC7E0ED}" type="presParOf" srcId="{57953196-CF5F-492E-9FFB-462FCDC781D4}" destId="{BC92BCCE-0556-41B0-B3DA-CC3A941AB386}" srcOrd="2" destOrd="0" presId="urn:microsoft.com/office/officeart/2008/layout/LinedList"/>
    <dgm:cxn modelId="{C686C489-A426-4747-AE5A-97D66E1EEDD3}" type="presParOf" srcId="{D59D6749-AE50-43C3-853E-D1DF84419A8E}" destId="{EACE540B-7A0E-4875-A034-5246A980C964}" srcOrd="14" destOrd="0" presId="urn:microsoft.com/office/officeart/2008/layout/LinedList"/>
    <dgm:cxn modelId="{6B898218-22EE-484B-8B64-EFEDD60FF785}" type="presParOf" srcId="{D59D6749-AE50-43C3-853E-D1DF84419A8E}" destId="{C2360940-6DBD-4A26-AAB7-8237AA62C33D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CE8A46-16C8-41D7-BFA2-5880BBE2E68C}" type="doc">
      <dgm:prSet loTypeId="urn:microsoft.com/office/officeart/2008/layout/LinedList" loCatId="list" qsTypeId="urn:microsoft.com/office/officeart/2005/8/quickstyle/simple4#5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C28C2690-C65F-426C-90AC-EA69347EF9CA}">
      <dgm:prSet/>
      <dgm:spPr/>
      <dgm:t>
        <a:bodyPr/>
        <a:lstStyle/>
        <a:p>
          <a:r>
            <a:rPr lang="sr-Cyrl-RS"/>
            <a:t>Оперативни систем пружа могућност да према својим потребама подесимо боје, позадине, звук, језик тастатуре, датум и време, заштиту екрана. </a:t>
          </a:r>
          <a:endParaRPr lang="en-US"/>
        </a:p>
      </dgm:t>
    </dgm:pt>
    <dgm:pt modelId="{A3F0B97B-BE6B-481A-B84E-51D1B8B43ABF}" type="parTrans" cxnId="{65FBB657-102E-42CF-959E-6AF373A6D1C6}">
      <dgm:prSet/>
      <dgm:spPr/>
      <dgm:t>
        <a:bodyPr/>
        <a:lstStyle/>
        <a:p>
          <a:endParaRPr lang="en-US"/>
        </a:p>
      </dgm:t>
    </dgm:pt>
    <dgm:pt modelId="{16A4E2B1-90FC-4BED-9B4B-59AB87B2C2B3}" type="sibTrans" cxnId="{65FBB657-102E-42CF-959E-6AF373A6D1C6}">
      <dgm:prSet/>
      <dgm:spPr/>
      <dgm:t>
        <a:bodyPr/>
        <a:lstStyle/>
        <a:p>
          <a:endParaRPr lang="en-US"/>
        </a:p>
      </dgm:t>
    </dgm:pt>
    <dgm:pt modelId="{D31CF64B-B14A-4929-BE0B-27166F0AABEF}">
      <dgm:prSet/>
      <dgm:spPr/>
      <dgm:t>
        <a:bodyPr/>
        <a:lstStyle/>
        <a:p>
          <a:r>
            <a:rPr lang="sr-Cyrl-RS"/>
            <a:t>У претходним верзијама </a:t>
          </a:r>
          <a:r>
            <a:rPr lang="sr-Cyrl-RS" i="1"/>
            <a:t>Windows</a:t>
          </a:r>
          <a:r>
            <a:rPr lang="sr-Cyrl-RS"/>
            <a:t>-а подешавања радног окружења обављала преко контролне табле (енгл. </a:t>
          </a:r>
          <a:r>
            <a:rPr lang="sr-Cyrl-RS" i="1"/>
            <a:t>Control Panel</a:t>
          </a:r>
          <a:r>
            <a:rPr lang="sr-Cyrl-RS"/>
            <a:t>), а да се у </a:t>
          </a:r>
          <a:r>
            <a:rPr lang="sr-Cyrl-RS" i="1"/>
            <a:t>Windows</a:t>
          </a:r>
          <a:r>
            <a:rPr lang="sr-Cyrl-RS"/>
            <a:t> 10 оперативном систему подешавања врше преко прозора </a:t>
          </a:r>
          <a:r>
            <a:rPr lang="sr-Cyrl-RS" i="1"/>
            <a:t>Windows Settings</a:t>
          </a:r>
          <a:r>
            <a:rPr lang="sr-Cyrl-RS"/>
            <a:t>. </a:t>
          </a:r>
          <a:endParaRPr lang="en-US"/>
        </a:p>
      </dgm:t>
    </dgm:pt>
    <dgm:pt modelId="{594572C9-20F7-467C-8CC2-34894B034D71}" type="parTrans" cxnId="{8610338C-8454-4A98-9C3E-D2C42598CFD4}">
      <dgm:prSet/>
      <dgm:spPr/>
      <dgm:t>
        <a:bodyPr/>
        <a:lstStyle/>
        <a:p>
          <a:endParaRPr lang="en-US"/>
        </a:p>
      </dgm:t>
    </dgm:pt>
    <dgm:pt modelId="{97931630-FD05-4F42-B824-ACDDB17FD8A7}" type="sibTrans" cxnId="{8610338C-8454-4A98-9C3E-D2C42598CFD4}">
      <dgm:prSet/>
      <dgm:spPr/>
      <dgm:t>
        <a:bodyPr/>
        <a:lstStyle/>
        <a:p>
          <a:endParaRPr lang="en-US"/>
        </a:p>
      </dgm:t>
    </dgm:pt>
    <dgm:pt modelId="{BD7029F7-F329-47E5-A060-72CD3E6BE140}" type="pres">
      <dgm:prSet presAssocID="{9ECE8A46-16C8-41D7-BFA2-5880BBE2E68C}" presName="vert0" presStyleCnt="0">
        <dgm:presLayoutVars>
          <dgm:dir/>
          <dgm:animOne val="branch"/>
          <dgm:animLvl val="lvl"/>
        </dgm:presLayoutVars>
      </dgm:prSet>
      <dgm:spPr/>
    </dgm:pt>
    <dgm:pt modelId="{0886A752-2D3E-4CFE-B0A9-62F9968F610B}" type="pres">
      <dgm:prSet presAssocID="{C28C2690-C65F-426C-90AC-EA69347EF9CA}" presName="thickLine" presStyleLbl="alignNode1" presStyleIdx="0" presStyleCnt="2"/>
      <dgm:spPr/>
    </dgm:pt>
    <dgm:pt modelId="{940B2CEC-E7D3-4DB4-BAEC-638C6F5C0558}" type="pres">
      <dgm:prSet presAssocID="{C28C2690-C65F-426C-90AC-EA69347EF9CA}" presName="horz1" presStyleCnt="0"/>
      <dgm:spPr/>
    </dgm:pt>
    <dgm:pt modelId="{769A29D7-730F-4954-B55E-EFC393C345A4}" type="pres">
      <dgm:prSet presAssocID="{C28C2690-C65F-426C-90AC-EA69347EF9CA}" presName="tx1" presStyleLbl="revTx" presStyleIdx="0" presStyleCnt="2"/>
      <dgm:spPr/>
    </dgm:pt>
    <dgm:pt modelId="{EB025EB1-F149-465F-A733-8370D19349C5}" type="pres">
      <dgm:prSet presAssocID="{C28C2690-C65F-426C-90AC-EA69347EF9CA}" presName="vert1" presStyleCnt="0"/>
      <dgm:spPr/>
    </dgm:pt>
    <dgm:pt modelId="{CE2D7EF0-53B3-4BF9-8872-818AAAAD1E13}" type="pres">
      <dgm:prSet presAssocID="{D31CF64B-B14A-4929-BE0B-27166F0AABEF}" presName="thickLine" presStyleLbl="alignNode1" presStyleIdx="1" presStyleCnt="2"/>
      <dgm:spPr/>
    </dgm:pt>
    <dgm:pt modelId="{ACBD2D04-D4A3-40CB-B91F-548EB0542BB5}" type="pres">
      <dgm:prSet presAssocID="{D31CF64B-B14A-4929-BE0B-27166F0AABEF}" presName="horz1" presStyleCnt="0"/>
      <dgm:spPr/>
    </dgm:pt>
    <dgm:pt modelId="{CE804196-EB1E-4272-8B6A-737613AE32A2}" type="pres">
      <dgm:prSet presAssocID="{D31CF64B-B14A-4929-BE0B-27166F0AABEF}" presName="tx1" presStyleLbl="revTx" presStyleIdx="1" presStyleCnt="2"/>
      <dgm:spPr/>
    </dgm:pt>
    <dgm:pt modelId="{2A98A85A-B441-42F8-92D3-7A685E934AD7}" type="pres">
      <dgm:prSet presAssocID="{D31CF64B-B14A-4929-BE0B-27166F0AABEF}" presName="vert1" presStyleCnt="0"/>
      <dgm:spPr/>
    </dgm:pt>
  </dgm:ptLst>
  <dgm:cxnLst>
    <dgm:cxn modelId="{0E206D41-AE3F-47FD-8791-0F26C91F2991}" type="presOf" srcId="{9ECE8A46-16C8-41D7-BFA2-5880BBE2E68C}" destId="{BD7029F7-F329-47E5-A060-72CD3E6BE140}" srcOrd="0" destOrd="0" presId="urn:microsoft.com/office/officeart/2008/layout/LinedList"/>
    <dgm:cxn modelId="{FDC25648-52E6-4DD8-AD33-5A284AADB462}" type="presOf" srcId="{D31CF64B-B14A-4929-BE0B-27166F0AABEF}" destId="{CE804196-EB1E-4272-8B6A-737613AE32A2}" srcOrd="0" destOrd="0" presId="urn:microsoft.com/office/officeart/2008/layout/LinedList"/>
    <dgm:cxn modelId="{65FBB657-102E-42CF-959E-6AF373A6D1C6}" srcId="{9ECE8A46-16C8-41D7-BFA2-5880BBE2E68C}" destId="{C28C2690-C65F-426C-90AC-EA69347EF9CA}" srcOrd="0" destOrd="0" parTransId="{A3F0B97B-BE6B-481A-B84E-51D1B8B43ABF}" sibTransId="{16A4E2B1-90FC-4BED-9B4B-59AB87B2C2B3}"/>
    <dgm:cxn modelId="{8610338C-8454-4A98-9C3E-D2C42598CFD4}" srcId="{9ECE8A46-16C8-41D7-BFA2-5880BBE2E68C}" destId="{D31CF64B-B14A-4929-BE0B-27166F0AABEF}" srcOrd="1" destOrd="0" parTransId="{594572C9-20F7-467C-8CC2-34894B034D71}" sibTransId="{97931630-FD05-4F42-B824-ACDDB17FD8A7}"/>
    <dgm:cxn modelId="{04783AC1-8446-4637-B11E-B03050D095C9}" type="presOf" srcId="{C28C2690-C65F-426C-90AC-EA69347EF9CA}" destId="{769A29D7-730F-4954-B55E-EFC393C345A4}" srcOrd="0" destOrd="0" presId="urn:microsoft.com/office/officeart/2008/layout/LinedList"/>
    <dgm:cxn modelId="{A2A89B8D-FD56-4FB2-987B-F0673958BF53}" type="presParOf" srcId="{BD7029F7-F329-47E5-A060-72CD3E6BE140}" destId="{0886A752-2D3E-4CFE-B0A9-62F9968F610B}" srcOrd="0" destOrd="0" presId="urn:microsoft.com/office/officeart/2008/layout/LinedList"/>
    <dgm:cxn modelId="{CA204882-C9B9-4BB6-B061-1BE9EB3FCB7F}" type="presParOf" srcId="{BD7029F7-F329-47E5-A060-72CD3E6BE140}" destId="{940B2CEC-E7D3-4DB4-BAEC-638C6F5C0558}" srcOrd="1" destOrd="0" presId="urn:microsoft.com/office/officeart/2008/layout/LinedList"/>
    <dgm:cxn modelId="{473FC5EE-FE42-400F-85F5-F08D5BCFFF11}" type="presParOf" srcId="{940B2CEC-E7D3-4DB4-BAEC-638C6F5C0558}" destId="{769A29D7-730F-4954-B55E-EFC393C345A4}" srcOrd="0" destOrd="0" presId="urn:microsoft.com/office/officeart/2008/layout/LinedList"/>
    <dgm:cxn modelId="{C0418D19-EE1E-4877-85AC-F81C7E13F111}" type="presParOf" srcId="{940B2CEC-E7D3-4DB4-BAEC-638C6F5C0558}" destId="{EB025EB1-F149-465F-A733-8370D19349C5}" srcOrd="1" destOrd="0" presId="urn:microsoft.com/office/officeart/2008/layout/LinedList"/>
    <dgm:cxn modelId="{26F7FD07-CED3-4274-80E4-EF32BC5509D5}" type="presParOf" srcId="{BD7029F7-F329-47E5-A060-72CD3E6BE140}" destId="{CE2D7EF0-53B3-4BF9-8872-818AAAAD1E13}" srcOrd="2" destOrd="0" presId="urn:microsoft.com/office/officeart/2008/layout/LinedList"/>
    <dgm:cxn modelId="{DD78C3D3-0448-45F9-8960-08D909127AE7}" type="presParOf" srcId="{BD7029F7-F329-47E5-A060-72CD3E6BE140}" destId="{ACBD2D04-D4A3-40CB-B91F-548EB0542BB5}" srcOrd="3" destOrd="0" presId="urn:microsoft.com/office/officeart/2008/layout/LinedList"/>
    <dgm:cxn modelId="{A0719B68-1D2F-4463-A8B8-95D5018684C4}" type="presParOf" srcId="{ACBD2D04-D4A3-40CB-B91F-548EB0542BB5}" destId="{CE804196-EB1E-4272-8B6A-737613AE32A2}" srcOrd="0" destOrd="0" presId="urn:microsoft.com/office/officeart/2008/layout/LinedList"/>
    <dgm:cxn modelId="{86804744-62F1-48B4-B444-4D4B6A4857AE}" type="presParOf" srcId="{ACBD2D04-D4A3-40CB-B91F-548EB0542BB5}" destId="{2A98A85A-B441-42F8-92D3-7A685E934AD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730DF8-5724-4742-8C43-FC04552A17A5}" type="doc">
      <dgm:prSet loTypeId="urn:microsoft.com/office/officeart/2005/8/layout/vList2" loCatId="list" qsTypeId="urn:microsoft.com/office/officeart/2005/8/quickstyle/simple4#7" qsCatId="simple" csTypeId="urn:microsoft.com/office/officeart/2005/8/colors/colorful2#5" csCatId="colorful"/>
      <dgm:spPr/>
      <dgm:t>
        <a:bodyPr/>
        <a:lstStyle/>
        <a:p>
          <a:endParaRPr lang="en-US"/>
        </a:p>
      </dgm:t>
    </dgm:pt>
    <dgm:pt modelId="{676DC3EA-304B-4778-A2EA-8D2C3D9D2DE0}">
      <dgm:prSet/>
      <dgm:spPr/>
      <dgm:t>
        <a:bodyPr/>
        <a:lstStyle/>
        <a:p>
          <a:r>
            <a:rPr lang="sr-Cyrl-RS"/>
            <a:t>промена позадине;</a:t>
          </a:r>
          <a:endParaRPr lang="en-US"/>
        </a:p>
      </dgm:t>
    </dgm:pt>
    <dgm:pt modelId="{D89F6DC9-D09A-42ED-A9CE-57F09F8599DD}" type="parTrans" cxnId="{60B1BD9F-B39F-4E17-ACAB-60933CB25CA4}">
      <dgm:prSet/>
      <dgm:spPr/>
      <dgm:t>
        <a:bodyPr/>
        <a:lstStyle/>
        <a:p>
          <a:endParaRPr lang="en-US"/>
        </a:p>
      </dgm:t>
    </dgm:pt>
    <dgm:pt modelId="{7B8F8E1F-F6F2-4F2A-B73C-2594D106CD3B}" type="sibTrans" cxnId="{60B1BD9F-B39F-4E17-ACAB-60933CB25CA4}">
      <dgm:prSet/>
      <dgm:spPr/>
      <dgm:t>
        <a:bodyPr/>
        <a:lstStyle/>
        <a:p>
          <a:endParaRPr lang="en-US"/>
        </a:p>
      </dgm:t>
    </dgm:pt>
    <dgm:pt modelId="{65664E12-10B1-4B72-8468-73635EDAAB4C}">
      <dgm:prSet/>
      <dgm:spPr/>
      <dgm:t>
        <a:bodyPr/>
        <a:lstStyle/>
        <a:p>
          <a:r>
            <a:rPr lang="sr-Cyrl-RS"/>
            <a:t>промена боје радног окружења;</a:t>
          </a:r>
          <a:endParaRPr lang="en-US"/>
        </a:p>
      </dgm:t>
    </dgm:pt>
    <dgm:pt modelId="{444A6D07-DF71-424C-AAC2-D0A3FC6D7EEB}" type="parTrans" cxnId="{079F4F69-FF76-46B2-9F4B-F7AD433BC1B5}">
      <dgm:prSet/>
      <dgm:spPr/>
      <dgm:t>
        <a:bodyPr/>
        <a:lstStyle/>
        <a:p>
          <a:endParaRPr lang="en-US"/>
        </a:p>
      </dgm:t>
    </dgm:pt>
    <dgm:pt modelId="{A0237563-BA77-4D32-BA1D-89B57A642F8E}" type="sibTrans" cxnId="{079F4F69-FF76-46B2-9F4B-F7AD433BC1B5}">
      <dgm:prSet/>
      <dgm:spPr/>
      <dgm:t>
        <a:bodyPr/>
        <a:lstStyle/>
        <a:p>
          <a:endParaRPr lang="en-US"/>
        </a:p>
      </dgm:t>
    </dgm:pt>
    <dgm:pt modelId="{430DB63A-98D5-451F-A4D6-18F9834A7A3E}">
      <dgm:prSet/>
      <dgm:spPr/>
      <dgm:t>
        <a:bodyPr/>
        <a:lstStyle/>
        <a:p>
          <a:r>
            <a:rPr lang="sr-Cyrl-RS"/>
            <a:t>инсталирање новог језика и писма. </a:t>
          </a:r>
          <a:endParaRPr lang="en-US"/>
        </a:p>
      </dgm:t>
    </dgm:pt>
    <dgm:pt modelId="{0023C1D7-0099-4FCA-BD51-CD60B3D9C569}" type="parTrans" cxnId="{51533027-01D9-44B8-B8FD-8177211F2F5E}">
      <dgm:prSet/>
      <dgm:spPr/>
      <dgm:t>
        <a:bodyPr/>
        <a:lstStyle/>
        <a:p>
          <a:endParaRPr lang="en-US"/>
        </a:p>
      </dgm:t>
    </dgm:pt>
    <dgm:pt modelId="{566D8993-9AD7-41C2-B92A-DE5150DFB9C7}" type="sibTrans" cxnId="{51533027-01D9-44B8-B8FD-8177211F2F5E}">
      <dgm:prSet/>
      <dgm:spPr/>
      <dgm:t>
        <a:bodyPr/>
        <a:lstStyle/>
        <a:p>
          <a:endParaRPr lang="en-US"/>
        </a:p>
      </dgm:t>
    </dgm:pt>
    <dgm:pt modelId="{3F692550-09BF-4A58-99BB-8E4926497017}" type="pres">
      <dgm:prSet presAssocID="{21730DF8-5724-4742-8C43-FC04552A17A5}" presName="linear" presStyleCnt="0">
        <dgm:presLayoutVars>
          <dgm:animLvl val="lvl"/>
          <dgm:resizeHandles val="exact"/>
        </dgm:presLayoutVars>
      </dgm:prSet>
      <dgm:spPr/>
    </dgm:pt>
    <dgm:pt modelId="{77CBD174-27BE-46F7-BC83-B4269B511E80}" type="pres">
      <dgm:prSet presAssocID="{676DC3EA-304B-4778-A2EA-8D2C3D9D2DE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BD640A-346B-4BEA-BD20-AF51BF3346AB}" type="pres">
      <dgm:prSet presAssocID="{7B8F8E1F-F6F2-4F2A-B73C-2594D106CD3B}" presName="spacer" presStyleCnt="0"/>
      <dgm:spPr/>
    </dgm:pt>
    <dgm:pt modelId="{963BB022-E341-4355-B7E7-F8C268A0A21E}" type="pres">
      <dgm:prSet presAssocID="{65664E12-10B1-4B72-8468-73635EDAAB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5E709A-015C-4380-AC2E-01769BC988C2}" type="pres">
      <dgm:prSet presAssocID="{A0237563-BA77-4D32-BA1D-89B57A642F8E}" presName="spacer" presStyleCnt="0"/>
      <dgm:spPr/>
    </dgm:pt>
    <dgm:pt modelId="{842FA809-67BC-46D7-BFE3-90E37CCF8B65}" type="pres">
      <dgm:prSet presAssocID="{430DB63A-98D5-451F-A4D6-18F9834A7A3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1533027-01D9-44B8-B8FD-8177211F2F5E}" srcId="{21730DF8-5724-4742-8C43-FC04552A17A5}" destId="{430DB63A-98D5-451F-A4D6-18F9834A7A3E}" srcOrd="2" destOrd="0" parTransId="{0023C1D7-0099-4FCA-BD51-CD60B3D9C569}" sibTransId="{566D8993-9AD7-41C2-B92A-DE5150DFB9C7}"/>
    <dgm:cxn modelId="{80354663-1E30-4349-8984-3A039D07EFEB}" type="presOf" srcId="{21730DF8-5724-4742-8C43-FC04552A17A5}" destId="{3F692550-09BF-4A58-99BB-8E4926497017}" srcOrd="0" destOrd="0" presId="urn:microsoft.com/office/officeart/2005/8/layout/vList2"/>
    <dgm:cxn modelId="{079F4F69-FF76-46B2-9F4B-F7AD433BC1B5}" srcId="{21730DF8-5724-4742-8C43-FC04552A17A5}" destId="{65664E12-10B1-4B72-8468-73635EDAAB4C}" srcOrd="1" destOrd="0" parTransId="{444A6D07-DF71-424C-AAC2-D0A3FC6D7EEB}" sibTransId="{A0237563-BA77-4D32-BA1D-89B57A642F8E}"/>
    <dgm:cxn modelId="{CA64DA6E-986B-4D3D-82D8-768B177C9088}" type="presOf" srcId="{676DC3EA-304B-4778-A2EA-8D2C3D9D2DE0}" destId="{77CBD174-27BE-46F7-BC83-B4269B511E80}" srcOrd="0" destOrd="0" presId="urn:microsoft.com/office/officeart/2005/8/layout/vList2"/>
    <dgm:cxn modelId="{9215FF92-76CE-4A70-9F33-33FD8A95E992}" type="presOf" srcId="{430DB63A-98D5-451F-A4D6-18F9834A7A3E}" destId="{842FA809-67BC-46D7-BFE3-90E37CCF8B65}" srcOrd="0" destOrd="0" presId="urn:microsoft.com/office/officeart/2005/8/layout/vList2"/>
    <dgm:cxn modelId="{60B1BD9F-B39F-4E17-ACAB-60933CB25CA4}" srcId="{21730DF8-5724-4742-8C43-FC04552A17A5}" destId="{676DC3EA-304B-4778-A2EA-8D2C3D9D2DE0}" srcOrd="0" destOrd="0" parTransId="{D89F6DC9-D09A-42ED-A9CE-57F09F8599DD}" sibTransId="{7B8F8E1F-F6F2-4F2A-B73C-2594D106CD3B}"/>
    <dgm:cxn modelId="{5F64F4D8-A9A8-4176-85B3-82B07ABBCB29}" type="presOf" srcId="{65664E12-10B1-4B72-8468-73635EDAAB4C}" destId="{963BB022-E341-4355-B7E7-F8C268A0A21E}" srcOrd="0" destOrd="0" presId="urn:microsoft.com/office/officeart/2005/8/layout/vList2"/>
    <dgm:cxn modelId="{C98B23F9-B633-42A4-9C45-4780E67C21FB}" type="presParOf" srcId="{3F692550-09BF-4A58-99BB-8E4926497017}" destId="{77CBD174-27BE-46F7-BC83-B4269B511E80}" srcOrd="0" destOrd="0" presId="urn:microsoft.com/office/officeart/2005/8/layout/vList2"/>
    <dgm:cxn modelId="{0745C43C-3B87-43AE-BB61-CA3F00F1203D}" type="presParOf" srcId="{3F692550-09BF-4A58-99BB-8E4926497017}" destId="{98BD640A-346B-4BEA-BD20-AF51BF3346AB}" srcOrd="1" destOrd="0" presId="urn:microsoft.com/office/officeart/2005/8/layout/vList2"/>
    <dgm:cxn modelId="{9822833D-188A-456A-A5F7-46EAD08A47ED}" type="presParOf" srcId="{3F692550-09BF-4A58-99BB-8E4926497017}" destId="{963BB022-E341-4355-B7E7-F8C268A0A21E}" srcOrd="2" destOrd="0" presId="urn:microsoft.com/office/officeart/2005/8/layout/vList2"/>
    <dgm:cxn modelId="{7210B7BD-C418-488E-8358-715C853E3F13}" type="presParOf" srcId="{3F692550-09BF-4A58-99BB-8E4926497017}" destId="{FA5E709A-015C-4380-AC2E-01769BC988C2}" srcOrd="3" destOrd="0" presId="urn:microsoft.com/office/officeart/2005/8/layout/vList2"/>
    <dgm:cxn modelId="{7E59B1AF-3079-44B6-8B10-9220800015E4}" type="presParOf" srcId="{3F692550-09BF-4A58-99BB-8E4926497017}" destId="{842FA809-67BC-46D7-BFE3-90E37CCF8B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24596-6E8F-4A95-B153-6061E85119DA}">
      <dsp:nvSpPr>
        <dsp:cNvPr id="0" name=""/>
        <dsp:cNvSpPr/>
      </dsp:nvSpPr>
      <dsp:spPr>
        <a:xfrm>
          <a:off x="0" y="117612"/>
          <a:ext cx="6666833" cy="123771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100" kern="1200"/>
            <a:t>позадина (енгл. Вackground);</a:t>
          </a:r>
          <a:endParaRPr lang="en-US" sz="3100" kern="1200"/>
        </a:p>
      </dsp:txBody>
      <dsp:txXfrm>
        <a:off x="60420" y="178032"/>
        <a:ext cx="6545993" cy="1116873"/>
      </dsp:txXfrm>
    </dsp:sp>
    <dsp:sp modelId="{626789BE-DCFE-4398-8EA2-D80E28960DBD}">
      <dsp:nvSpPr>
        <dsp:cNvPr id="0" name=""/>
        <dsp:cNvSpPr/>
      </dsp:nvSpPr>
      <dsp:spPr>
        <a:xfrm>
          <a:off x="0" y="1444606"/>
          <a:ext cx="6666833" cy="1237713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100" kern="1200"/>
            <a:t>иконице (енгл. </a:t>
          </a:r>
          <a:r>
            <a:rPr lang="sr-Cyrl-RS" sz="3100" i="1" kern="1200"/>
            <a:t>Icons</a:t>
          </a:r>
          <a:r>
            <a:rPr lang="sr-Cyrl-RS" sz="3100" kern="1200"/>
            <a:t>);</a:t>
          </a:r>
          <a:endParaRPr lang="en-US" sz="3100" kern="1200"/>
        </a:p>
      </dsp:txBody>
      <dsp:txXfrm>
        <a:off x="60420" y="1505026"/>
        <a:ext cx="6545993" cy="1116873"/>
      </dsp:txXfrm>
    </dsp:sp>
    <dsp:sp modelId="{E91B7B53-53A6-43FB-8D5C-280A72974422}">
      <dsp:nvSpPr>
        <dsp:cNvPr id="0" name=""/>
        <dsp:cNvSpPr/>
      </dsp:nvSpPr>
      <dsp:spPr>
        <a:xfrm>
          <a:off x="0" y="2771600"/>
          <a:ext cx="6666833" cy="1237713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100" kern="1200"/>
            <a:t>показивач миша (енгл. </a:t>
          </a:r>
          <a:r>
            <a:rPr lang="sr-Cyrl-RS" sz="3100" i="1" kern="1200"/>
            <a:t>Pointer</a:t>
          </a:r>
          <a:r>
            <a:rPr lang="sr-Cyrl-RS" sz="3100" kern="1200"/>
            <a:t>);</a:t>
          </a:r>
          <a:endParaRPr lang="en-US" sz="3100" kern="1200"/>
        </a:p>
      </dsp:txBody>
      <dsp:txXfrm>
        <a:off x="60420" y="2832020"/>
        <a:ext cx="6545993" cy="1116873"/>
      </dsp:txXfrm>
    </dsp:sp>
    <dsp:sp modelId="{73844B57-206F-4846-B604-22F27B86DAA2}">
      <dsp:nvSpPr>
        <dsp:cNvPr id="0" name=""/>
        <dsp:cNvSpPr/>
      </dsp:nvSpPr>
      <dsp:spPr>
        <a:xfrm>
          <a:off x="0" y="4098593"/>
          <a:ext cx="6666833" cy="1237713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100" kern="1200"/>
            <a:t>линија послова, односно трака са задацима – таскбар (енгл. </a:t>
          </a:r>
          <a:r>
            <a:rPr lang="sr-Cyrl-RS" sz="3100" i="1" kern="1200"/>
            <a:t>Taskbar</a:t>
          </a:r>
          <a:r>
            <a:rPr lang="sr-Cyrl-RS" sz="3100" kern="1200"/>
            <a:t>).</a:t>
          </a:r>
          <a:endParaRPr lang="en-US" sz="3100" kern="1200"/>
        </a:p>
      </dsp:txBody>
      <dsp:txXfrm>
        <a:off x="60420" y="4159013"/>
        <a:ext cx="6545993" cy="1116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BC54B-9EF6-430C-878A-3C30934D76ED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414B55-56F4-482F-853C-EF6224398EAB}">
      <dsp:nvSpPr>
        <dsp:cNvPr id="0" name=""/>
        <dsp:cNvSpPr/>
      </dsp:nvSpPr>
      <dsp:spPr>
        <a:xfrm>
          <a:off x="0" y="0"/>
          <a:ext cx="1333366" cy="545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1500" kern="1200"/>
            <a:t>У </a:t>
          </a:r>
          <a:r>
            <a:rPr lang="en-US" sz="1500" kern="1200"/>
            <a:t>Windows 10 </a:t>
          </a:r>
          <a:r>
            <a:rPr lang="sr-Cyrl-RS" sz="1500" kern="1200"/>
            <a:t>оперативном систему апликације се могу покренути на следећи начин:</a:t>
          </a:r>
          <a:endParaRPr lang="en-US" sz="1500" kern="1200"/>
        </a:p>
      </dsp:txBody>
      <dsp:txXfrm>
        <a:off x="0" y="0"/>
        <a:ext cx="1333366" cy="5453920"/>
      </dsp:txXfrm>
    </dsp:sp>
    <dsp:sp modelId="{BB2C465B-9618-4B2A-964B-D3DCED51D448}">
      <dsp:nvSpPr>
        <dsp:cNvPr id="0" name=""/>
        <dsp:cNvSpPr/>
      </dsp:nvSpPr>
      <dsp:spPr>
        <a:xfrm>
          <a:off x="1433369" y="51396"/>
          <a:ext cx="5233463" cy="1027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800" kern="1200"/>
            <a:t>двокликом на иконицу на радној површини;</a:t>
          </a:r>
          <a:endParaRPr lang="en-US" sz="2800" kern="1200"/>
        </a:p>
      </dsp:txBody>
      <dsp:txXfrm>
        <a:off x="1433369" y="51396"/>
        <a:ext cx="5233463" cy="1027936"/>
      </dsp:txXfrm>
    </dsp:sp>
    <dsp:sp modelId="{8D50CD9E-BC26-4274-B8F5-B6768BE290F4}">
      <dsp:nvSpPr>
        <dsp:cNvPr id="0" name=""/>
        <dsp:cNvSpPr/>
      </dsp:nvSpPr>
      <dsp:spPr>
        <a:xfrm>
          <a:off x="1333366" y="1079332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759710-8A37-41A1-A562-8D4455441B21}">
      <dsp:nvSpPr>
        <dsp:cNvPr id="0" name=""/>
        <dsp:cNvSpPr/>
      </dsp:nvSpPr>
      <dsp:spPr>
        <a:xfrm>
          <a:off x="1433369" y="1130729"/>
          <a:ext cx="5233463" cy="1027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800" kern="1200"/>
            <a:t>кликом на иконицу на траци са задацима;</a:t>
          </a:r>
          <a:endParaRPr lang="en-US" sz="2800" kern="1200"/>
        </a:p>
      </dsp:txBody>
      <dsp:txXfrm>
        <a:off x="1433369" y="1130729"/>
        <a:ext cx="5233463" cy="1027936"/>
      </dsp:txXfrm>
    </dsp:sp>
    <dsp:sp modelId="{4FEA4A38-4F2E-46D9-9856-AF3E6E483091}">
      <dsp:nvSpPr>
        <dsp:cNvPr id="0" name=""/>
        <dsp:cNvSpPr/>
      </dsp:nvSpPr>
      <dsp:spPr>
        <a:xfrm>
          <a:off x="1333366" y="2158665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68BD833-937B-4EF2-8633-C0E5D88E1926}">
      <dsp:nvSpPr>
        <dsp:cNvPr id="0" name=""/>
        <dsp:cNvSpPr/>
      </dsp:nvSpPr>
      <dsp:spPr>
        <a:xfrm>
          <a:off x="1433369" y="2210062"/>
          <a:ext cx="5233463" cy="1027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800" kern="1200"/>
            <a:t>кликом на плочицу у Старт менију;</a:t>
          </a:r>
          <a:endParaRPr lang="en-US" sz="2800" kern="1200"/>
        </a:p>
      </dsp:txBody>
      <dsp:txXfrm>
        <a:off x="1433369" y="2210062"/>
        <a:ext cx="5233463" cy="1027936"/>
      </dsp:txXfrm>
    </dsp:sp>
    <dsp:sp modelId="{19E48A09-A51C-4289-8F2E-2E02E29139A8}">
      <dsp:nvSpPr>
        <dsp:cNvPr id="0" name=""/>
        <dsp:cNvSpPr/>
      </dsp:nvSpPr>
      <dsp:spPr>
        <a:xfrm>
          <a:off x="1333366" y="3237998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03DF7E6-3BCB-49AA-A302-44F0B1A73BC0}">
      <dsp:nvSpPr>
        <dsp:cNvPr id="0" name=""/>
        <dsp:cNvSpPr/>
      </dsp:nvSpPr>
      <dsp:spPr>
        <a:xfrm>
          <a:off x="1433369" y="3289395"/>
          <a:ext cx="5233463" cy="1027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800" kern="1200"/>
            <a:t>кликом на иконицу у листи апликација (у Старт менију);</a:t>
          </a:r>
          <a:endParaRPr lang="en-US" sz="2800" kern="1200"/>
        </a:p>
      </dsp:txBody>
      <dsp:txXfrm>
        <a:off x="1433369" y="3289395"/>
        <a:ext cx="5233463" cy="1027936"/>
      </dsp:txXfrm>
    </dsp:sp>
    <dsp:sp modelId="{948BAD8D-DDCC-4306-B98A-FDBF1D07C93C}">
      <dsp:nvSpPr>
        <dsp:cNvPr id="0" name=""/>
        <dsp:cNvSpPr/>
      </dsp:nvSpPr>
      <dsp:spPr>
        <a:xfrm>
          <a:off x="1333366" y="4317331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61BF58A-D56A-4B40-B41A-0C097D3B39D3}">
      <dsp:nvSpPr>
        <dsp:cNvPr id="0" name=""/>
        <dsp:cNvSpPr/>
      </dsp:nvSpPr>
      <dsp:spPr>
        <a:xfrm>
          <a:off x="1433369" y="4368728"/>
          <a:ext cx="5233463" cy="1027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800" kern="1200"/>
            <a:t>уз помоћ </a:t>
          </a:r>
          <a:r>
            <a:rPr lang="sr-Cyrl-RS" sz="2800" i="1" kern="1200"/>
            <a:t>Windows</a:t>
          </a:r>
          <a:r>
            <a:rPr lang="sr-Cyrl-RS" sz="2800" kern="1200"/>
            <a:t> претраге.</a:t>
          </a:r>
          <a:endParaRPr lang="en-US" sz="2800" kern="1200"/>
        </a:p>
      </dsp:txBody>
      <dsp:txXfrm>
        <a:off x="1433369" y="4368728"/>
        <a:ext cx="5233463" cy="1027936"/>
      </dsp:txXfrm>
    </dsp:sp>
    <dsp:sp modelId="{EACE540B-7A0E-4875-A034-5246A980C964}">
      <dsp:nvSpPr>
        <dsp:cNvPr id="0" name=""/>
        <dsp:cNvSpPr/>
      </dsp:nvSpPr>
      <dsp:spPr>
        <a:xfrm>
          <a:off x="1333366" y="5396664"/>
          <a:ext cx="533346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6A752-2D3E-4CFE-B0A9-62F9968F610B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9A29D7-730F-4954-B55E-EFC393C345A4}">
      <dsp:nvSpPr>
        <dsp:cNvPr id="0" name=""/>
        <dsp:cNvSpPr/>
      </dsp:nvSpPr>
      <dsp:spPr>
        <a:xfrm>
          <a:off x="0" y="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900" kern="1200"/>
            <a:t>Оперативни систем пружа могућност да према својим потребама подесимо боје, позадине, звук, језик тастатуре, датум и време, заштиту екрана. </a:t>
          </a:r>
          <a:endParaRPr lang="en-US" sz="2900" kern="1200"/>
        </a:p>
      </dsp:txBody>
      <dsp:txXfrm>
        <a:off x="0" y="0"/>
        <a:ext cx="6666833" cy="2726960"/>
      </dsp:txXfrm>
    </dsp:sp>
    <dsp:sp modelId="{CE2D7EF0-53B3-4BF9-8872-818AAAAD1E13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804196-EB1E-4272-8B6A-737613AE32A2}">
      <dsp:nvSpPr>
        <dsp:cNvPr id="0" name=""/>
        <dsp:cNvSpPr/>
      </dsp:nvSpPr>
      <dsp:spPr>
        <a:xfrm>
          <a:off x="0" y="2726960"/>
          <a:ext cx="6666833" cy="272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2900" kern="1200"/>
            <a:t>У претходним верзијама </a:t>
          </a:r>
          <a:r>
            <a:rPr lang="sr-Cyrl-RS" sz="2900" i="1" kern="1200"/>
            <a:t>Windows</a:t>
          </a:r>
          <a:r>
            <a:rPr lang="sr-Cyrl-RS" sz="2900" kern="1200"/>
            <a:t>-а подешавања радног окружења обављала преко контролне табле (енгл. </a:t>
          </a:r>
          <a:r>
            <a:rPr lang="sr-Cyrl-RS" sz="2900" i="1" kern="1200"/>
            <a:t>Control Panel</a:t>
          </a:r>
          <a:r>
            <a:rPr lang="sr-Cyrl-RS" sz="2900" kern="1200"/>
            <a:t>), а да се у </a:t>
          </a:r>
          <a:r>
            <a:rPr lang="sr-Cyrl-RS" sz="2900" i="1" kern="1200"/>
            <a:t>Windows</a:t>
          </a:r>
          <a:r>
            <a:rPr lang="sr-Cyrl-RS" sz="2900" kern="1200"/>
            <a:t> 10 оперативном систему подешавања врше преко прозора </a:t>
          </a:r>
          <a:r>
            <a:rPr lang="sr-Cyrl-RS" sz="2900" i="1" kern="1200"/>
            <a:t>Windows Settings</a:t>
          </a:r>
          <a:r>
            <a:rPr lang="sr-Cyrl-RS" sz="2900" kern="1200"/>
            <a:t>. </a:t>
          </a:r>
          <a:endParaRPr lang="en-US" sz="2900" kern="1200"/>
        </a:p>
      </dsp:txBody>
      <dsp:txXfrm>
        <a:off x="0" y="2726960"/>
        <a:ext cx="6666833" cy="27269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BD174-27BE-46F7-BC83-B4269B511E80}">
      <dsp:nvSpPr>
        <dsp:cNvPr id="0" name=""/>
        <dsp:cNvSpPr/>
      </dsp:nvSpPr>
      <dsp:spPr>
        <a:xfrm>
          <a:off x="0" y="27876"/>
          <a:ext cx="6666833" cy="17168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4300" kern="1200"/>
            <a:t>промена позадине;</a:t>
          </a:r>
          <a:endParaRPr lang="en-US" sz="4300" kern="1200"/>
        </a:p>
      </dsp:txBody>
      <dsp:txXfrm>
        <a:off x="83809" y="111685"/>
        <a:ext cx="6499215" cy="1549210"/>
      </dsp:txXfrm>
    </dsp:sp>
    <dsp:sp modelId="{963BB022-E341-4355-B7E7-F8C268A0A21E}">
      <dsp:nvSpPr>
        <dsp:cNvPr id="0" name=""/>
        <dsp:cNvSpPr/>
      </dsp:nvSpPr>
      <dsp:spPr>
        <a:xfrm>
          <a:off x="0" y="1868545"/>
          <a:ext cx="6666833" cy="1716828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4300" kern="1200"/>
            <a:t>промена боје радног окружења;</a:t>
          </a:r>
          <a:endParaRPr lang="en-US" sz="4300" kern="1200"/>
        </a:p>
      </dsp:txBody>
      <dsp:txXfrm>
        <a:off x="83809" y="1952354"/>
        <a:ext cx="6499215" cy="1549210"/>
      </dsp:txXfrm>
    </dsp:sp>
    <dsp:sp modelId="{842FA809-67BC-46D7-BFE3-90E37CCF8B65}">
      <dsp:nvSpPr>
        <dsp:cNvPr id="0" name=""/>
        <dsp:cNvSpPr/>
      </dsp:nvSpPr>
      <dsp:spPr>
        <a:xfrm>
          <a:off x="0" y="3709214"/>
          <a:ext cx="6666833" cy="1716828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4300" kern="1200"/>
            <a:t>инсталирање новог језика и писма. </a:t>
          </a:r>
          <a:endParaRPr lang="en-US" sz="4300" kern="1200"/>
        </a:p>
      </dsp:txBody>
      <dsp:txXfrm>
        <a:off x="83809" y="3793023"/>
        <a:ext cx="6499215" cy="1549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#7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EBBE3-AD66-489E-7721-EBA019080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01710-8C5D-A9E5-E6C2-6AF65B8B2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1F2E4-1EBE-DE5A-A96D-D7DA640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7FEF-39AE-A860-1700-ACD544A7C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D6049-4F92-6472-B27C-13960924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6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A1806-2D88-A9C8-DF34-AE6ED0F7F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5698-B773-1601-86AF-D7BEA6F0E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4D5F4-20CC-896E-7EAE-ECE8ED75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F8A73-E01A-822C-EB29-13F78EAA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4085-3A2D-E0A3-D421-BFA19514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8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3C01-F085-9C90-192A-D0511CF4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9B0D2-1EC4-96A8-9925-9D7A83A59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7A9A-07EC-55B7-AA3B-95719508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7E62-BD8B-9395-F714-16686F1A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C1F26-7EA3-DC3F-6C40-1109ECDA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2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9BC9-EF70-1FB6-7F1C-FF222E17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97CC7-21EE-C347-A26A-8CB7D9C61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4BCB8-55D2-0CFA-2F82-63A3EE53D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48105-4976-DA4D-EAB4-8A60B256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CDB41-FECC-68CB-B64E-8FA15B7D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A9A7E-648F-3A8F-D780-0C82E63B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99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293B-B30D-4688-3AD5-3A45BA33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A00B5-C806-9334-1EF5-17578DE9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F6EA2-B426-918A-8AAF-26295BA40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A80E5-70C2-5894-1991-D1D23100D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EEAF0-E741-BF72-C36A-7AE479993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8D013C-6767-43AA-86EC-6602AF88F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B8C5E-1A2B-BAB9-2FC6-2EF941B8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AE654-AA3C-C8CD-1DAD-8FB2C788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7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61C0-0CA3-C432-5273-50DFF39F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4DB71-7748-8705-4275-31A3B711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BDE16-555C-1F87-3E53-1F1A2E62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F23B6-DD68-1682-515E-E650B444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6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E23D4-B6AB-B521-0029-22B32859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80BF7-8482-0FB1-8B7E-3D6CDD04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39F71-EB18-224E-D671-2379592C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0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6CC-5144-99E7-22E1-01A2C1D8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F9C4C-8F9D-D8F4-EDC2-DEE03783A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8A029-F0AC-571F-1E49-6F78EEDBC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FA8E2-6087-6005-6A56-08948DB5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71A94-4C24-51A4-1DB2-FCB714B4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09406-35DF-384E-4217-73D3FB21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1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DCAA-101F-4B8A-7970-3F3955D7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2558E-8BAA-6002-D106-2A15B6832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BAE8B-8F18-FE41-75A8-B4C86CC11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C6954-D640-825F-3B09-AB2B5667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6054C-7016-DEEA-5494-5EC7B981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BFF28-B004-F841-A2E8-AF1C8A64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2547-FAA2-0D90-E42A-49845198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EB407-CBF1-FA0B-AEDF-2D605EF0C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68D1B-7320-3E74-FA7B-D55B83D4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5FBC-8A8B-2ECF-D943-C76D1527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4BA8-0620-1078-66FE-E189ECC0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5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F5BDD-E6D9-B7AA-F1A3-8891EE523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1D99-F79C-7249-A833-75CFDD129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A91BD-AFFF-AE82-E350-AAF5831B9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53C6F-1C16-D198-1EDA-DE19694A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70AEC-1787-5CCD-4B0C-A980A7E15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6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D1006D-EAF9-78D0-6F37-F1BB8AEFA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3BC16-AF68-1B47-226B-C35BC2679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15645-5A8F-7225-564B-F0220EA39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76635-226B-4EC5-90E7-4206F16424D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C16D4-ACC3-DDB3-6B47-14F6A7FF2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10D85-1E52-9137-9068-D7F49C953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6D940-9F44-4EA9-9DE3-B00B03E75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2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5E421-17E9-0A51-D891-E0104919F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sr-Cyrl-RS" sz="4800" b="1">
                <a:solidFill>
                  <a:srgbClr val="FFFFFF"/>
                </a:solidFill>
              </a:rPr>
              <a:t>Основна подешавања и рад у оперативном систему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09D7-EA4F-617D-72C4-C71CEEFBE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39BA8-2331-225B-74CD-8EF353C1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sr-Cyrl-RS" sz="3700">
                <a:solidFill>
                  <a:srgbClr val="FFFFFF"/>
                </a:solidFill>
              </a:rPr>
              <a:t>Основни делови радне површине</a:t>
            </a:r>
            <a:r>
              <a:rPr lang="en-US" sz="3700">
                <a:solidFill>
                  <a:srgbClr val="FFFFFF"/>
                </a:solidFill>
              </a:rPr>
              <a:t> (Desktop)</a:t>
            </a:r>
          </a:p>
        </p:txBody>
      </p:sp>
      <p:graphicFrame>
        <p:nvGraphicFramePr>
          <p:cNvPr id="21" name="Content Placeholder 3">
            <a:extLst>
              <a:ext uri="{FF2B5EF4-FFF2-40B4-BE49-F238E27FC236}">
                <a16:creationId xmlns:a16="http://schemas.microsoft.com/office/drawing/2014/main" id="{AD73B370-4C19-E308-B96C-BA1D87B45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5812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58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7500-E7D4-0E8C-330F-C0E4BC7EF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871"/>
            <a:ext cx="10515600" cy="7456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B5741B-6D4A-25B3-E7DB-C888EADF8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44" y="182880"/>
            <a:ext cx="11507696" cy="6469144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EB35E0D6-F891-9A6F-5C7B-7FC29C6F1A00}"/>
              </a:ext>
            </a:extLst>
          </p:cNvPr>
          <p:cNvSpPr/>
          <p:nvPr/>
        </p:nvSpPr>
        <p:spPr>
          <a:xfrm>
            <a:off x="5006340" y="5715000"/>
            <a:ext cx="422910" cy="475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6641955-9E54-BB61-E04F-B8559152E67D}"/>
              </a:ext>
            </a:extLst>
          </p:cNvPr>
          <p:cNvSpPr/>
          <p:nvPr/>
        </p:nvSpPr>
        <p:spPr>
          <a:xfrm>
            <a:off x="10359390" y="5715000"/>
            <a:ext cx="422910" cy="475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F62FBB9-FED6-1F6B-1F96-4CA01C059BDC}"/>
              </a:ext>
            </a:extLst>
          </p:cNvPr>
          <p:cNvSpPr/>
          <p:nvPr/>
        </p:nvSpPr>
        <p:spPr>
          <a:xfrm>
            <a:off x="299494" y="5715000"/>
            <a:ext cx="422910" cy="4754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33403-9763-A6FB-4CB3-E25DF25CA9F5}"/>
              </a:ext>
            </a:extLst>
          </p:cNvPr>
          <p:cNvSpPr txBox="1"/>
          <p:nvPr/>
        </p:nvSpPr>
        <p:spPr>
          <a:xfrm>
            <a:off x="377190" y="4880610"/>
            <a:ext cx="2628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Meni Start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2F659-6276-418A-76A3-4CC61A4D789D}"/>
              </a:ext>
            </a:extLst>
          </p:cNvPr>
          <p:cNvSpPr txBox="1"/>
          <p:nvPr/>
        </p:nvSpPr>
        <p:spPr>
          <a:xfrm>
            <a:off x="3417570" y="4961076"/>
            <a:ext cx="44234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Linija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sa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zadacima</a:t>
            </a:r>
            <a:r>
              <a:rPr lang="en-US" sz="3200" b="1" dirty="0">
                <a:solidFill>
                  <a:srgbClr val="FF0000"/>
                </a:solidFill>
              </a:rPr>
              <a:t> - Taskbar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68940-F04B-C974-1E20-70E278EF8B6F}"/>
              </a:ext>
            </a:extLst>
          </p:cNvPr>
          <p:cNvSpPr txBox="1"/>
          <p:nvPr/>
        </p:nvSpPr>
        <p:spPr>
          <a:xfrm>
            <a:off x="9063651" y="4629606"/>
            <a:ext cx="34343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sz="3200" b="1" dirty="0">
                <a:solidFill>
                  <a:srgbClr val="FF0000"/>
                </a:solidFill>
              </a:rPr>
              <a:t>Zona obaveštenja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74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AE43-5C6F-7D28-117B-5B8138A5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B3B28-D700-5BCA-005D-20F6E3DCB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4A812-72DA-CBCB-90D5-6CE78A88B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13811"/>
            <a:ext cx="12165123" cy="6830378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E45542A0-D659-BEC0-C409-B801ACE0858C}"/>
              </a:ext>
            </a:extLst>
          </p:cNvPr>
          <p:cNvSpPr/>
          <p:nvPr/>
        </p:nvSpPr>
        <p:spPr>
          <a:xfrm>
            <a:off x="4620035" y="3187161"/>
            <a:ext cx="637765" cy="4836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BDC8944C-CF18-A6A5-2C01-C7D7C78D048E}"/>
              </a:ext>
            </a:extLst>
          </p:cNvPr>
          <p:cNvSpPr/>
          <p:nvPr/>
        </p:nvSpPr>
        <p:spPr>
          <a:xfrm>
            <a:off x="5686835" y="5785060"/>
            <a:ext cx="637765" cy="4836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5F712732-DDBF-35B9-7B69-D80DB43F80EE}"/>
              </a:ext>
            </a:extLst>
          </p:cNvPr>
          <p:cNvSpPr/>
          <p:nvPr/>
        </p:nvSpPr>
        <p:spPr>
          <a:xfrm>
            <a:off x="1893489" y="5739173"/>
            <a:ext cx="637765" cy="4836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F5623-1A12-56D4-9F86-7980F3ECD589}"/>
              </a:ext>
            </a:extLst>
          </p:cNvPr>
          <p:cNvSpPr txBox="1"/>
          <p:nvPr/>
        </p:nvSpPr>
        <p:spPr>
          <a:xfrm>
            <a:off x="5417820" y="3074670"/>
            <a:ext cx="240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200" b="1" dirty="0"/>
              <a:t>Meni Start</a:t>
            </a:r>
            <a:endParaRPr lang="en-US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8E65D8-2859-4620-541B-F41304FB3B2D}"/>
              </a:ext>
            </a:extLst>
          </p:cNvPr>
          <p:cNvSpPr txBox="1"/>
          <p:nvPr/>
        </p:nvSpPr>
        <p:spPr>
          <a:xfrm>
            <a:off x="2588404" y="4160747"/>
            <a:ext cx="316469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200" b="1" dirty="0"/>
              <a:t>M</a:t>
            </a:r>
            <a:r>
              <a:rPr lang="sr-Cyrl-RS" sz="3200" b="1" dirty="0" err="1"/>
              <a:t>ени</a:t>
            </a:r>
            <a:r>
              <a:rPr lang="sr-Cyrl-RS" sz="3200" b="1" dirty="0"/>
              <a:t> за одјављивање и закључавање налога</a:t>
            </a:r>
            <a:endParaRPr 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E723D-EB4A-0024-5B74-2689130FF6A1}"/>
              </a:ext>
            </a:extLst>
          </p:cNvPr>
          <p:cNvSpPr txBox="1"/>
          <p:nvPr/>
        </p:nvSpPr>
        <p:spPr>
          <a:xfrm>
            <a:off x="6438900" y="5727125"/>
            <a:ext cx="240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3200" b="1" dirty="0"/>
              <a:t>Meni Power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04200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2AA04-7AE1-9312-5F67-45A133BB1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sr-Cyrl-RS" sz="4000">
                <a:solidFill>
                  <a:srgbClr val="FFFFFF"/>
                </a:solidFill>
              </a:rPr>
              <a:t>Покретање апликација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7DDD3E-6FD1-5E65-50D0-6E09199E79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8424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7096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8F524-F043-5DF2-76E5-A31D981A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sr-Cyrl-RS" sz="3100">
                <a:solidFill>
                  <a:srgbClr val="FFFFFF"/>
                </a:solidFill>
              </a:rPr>
              <a:t>Основна подешавања оперативног система </a:t>
            </a:r>
            <a:r>
              <a:rPr lang="en-US" sz="3100">
                <a:solidFill>
                  <a:srgbClr val="FFFFFF"/>
                </a:solidFill>
              </a:rPr>
              <a:t>Windows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8D1C98-E87D-6F2F-AA34-8C1E7E2A79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17729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102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0FBB8-8283-C232-3561-EA7BDA36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sr-Cyrl-RS" sz="4000" i="1">
                <a:solidFill>
                  <a:srgbClr val="FFFFFF"/>
                </a:solidFill>
              </a:rPr>
              <a:t>Подешавања радног окружења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80EA61-5805-E11D-6519-BDF58D6B8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43695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94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EA03-C556-AA34-D2DC-48B47BA37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82" y="-72232"/>
            <a:ext cx="10515600" cy="1325563"/>
          </a:xfrm>
        </p:spPr>
        <p:txBody>
          <a:bodyPr/>
          <a:lstStyle/>
          <a:p>
            <a:r>
              <a:rPr lang="sr-Cyrl-RS" dirty="0"/>
              <a:t>Промена позадине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8B6D4-657B-A0A7-A372-5DA97D519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82" y="97553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sr-Cyrl-RS" dirty="0"/>
              <a:t>Десним тастером миша кликнути на слику на позадини радне површине и одабрати </a:t>
            </a:r>
            <a:r>
              <a:rPr lang="en-US" dirty="0"/>
              <a:t>Personalize.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66523-FAE8-C370-B50E-DB05A9FB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33" y="1759352"/>
            <a:ext cx="9498410" cy="4678543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E4A8C0E8-0E11-798D-FF84-A6AE4C81F19B}"/>
              </a:ext>
            </a:extLst>
          </p:cNvPr>
          <p:cNvSpPr/>
          <p:nvPr/>
        </p:nvSpPr>
        <p:spPr>
          <a:xfrm>
            <a:off x="6096000" y="3889962"/>
            <a:ext cx="545746" cy="2248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552A80A9-F591-0F24-3A26-A434D8C74130}"/>
              </a:ext>
            </a:extLst>
          </p:cNvPr>
          <p:cNvSpPr/>
          <p:nvPr/>
        </p:nvSpPr>
        <p:spPr>
          <a:xfrm>
            <a:off x="6096916" y="4445471"/>
            <a:ext cx="545746" cy="2248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FC4AB571-DD52-8EDC-721D-1AD4540BE9CD}"/>
              </a:ext>
            </a:extLst>
          </p:cNvPr>
          <p:cNvSpPr/>
          <p:nvPr/>
        </p:nvSpPr>
        <p:spPr>
          <a:xfrm>
            <a:off x="6119776" y="4951492"/>
            <a:ext cx="545746" cy="2248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6F4BE399-8966-3C2C-86F7-2A5EE7F04965}"/>
              </a:ext>
            </a:extLst>
          </p:cNvPr>
          <p:cNvSpPr/>
          <p:nvPr/>
        </p:nvSpPr>
        <p:spPr>
          <a:xfrm>
            <a:off x="6119776" y="6132991"/>
            <a:ext cx="545746" cy="2248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6B8948-A92E-E33F-E0AE-77D12A8702C5}"/>
              </a:ext>
            </a:extLst>
          </p:cNvPr>
          <p:cNvSpPr txBox="1"/>
          <p:nvPr/>
        </p:nvSpPr>
        <p:spPr>
          <a:xfrm>
            <a:off x="6788504" y="3793069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Промена позадине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089D07-F1DA-C944-054D-9148334D7725}"/>
              </a:ext>
            </a:extLst>
          </p:cNvPr>
          <p:cNvSpPr txBox="1"/>
          <p:nvPr/>
        </p:nvSpPr>
        <p:spPr>
          <a:xfrm>
            <a:off x="6788504" y="434857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Промена боје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1982F-8AE8-33EC-0507-132A62A6C47D}"/>
              </a:ext>
            </a:extLst>
          </p:cNvPr>
          <p:cNvSpPr txBox="1"/>
          <p:nvPr/>
        </p:nvSpPr>
        <p:spPr>
          <a:xfrm>
            <a:off x="6788504" y="4857896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Промена теме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E5DC2C-ED83-A0C5-74C8-A6D7F3D43106}"/>
              </a:ext>
            </a:extLst>
          </p:cNvPr>
          <p:cNvSpPr txBox="1"/>
          <p:nvPr/>
        </p:nvSpPr>
        <p:spPr>
          <a:xfrm>
            <a:off x="6788504" y="5922244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dirty="0"/>
              <a:t>Промена екрана за закључавање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83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9066-9D95-DB9E-C818-1DFB033B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E252-B533-145F-15ED-1CFBEEB2A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1B290-9198-4206-3F0E-D96A6726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" y="390101"/>
            <a:ext cx="12184175" cy="6077798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1AC60B20-FE14-609A-64E0-1DAAD33EC115}"/>
              </a:ext>
            </a:extLst>
          </p:cNvPr>
          <p:cNvSpPr/>
          <p:nvPr/>
        </p:nvSpPr>
        <p:spPr>
          <a:xfrm>
            <a:off x="1714355" y="4481139"/>
            <a:ext cx="377335" cy="2737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68D0E65-2B78-EFA5-CD94-023FB3BD9D73}"/>
              </a:ext>
            </a:extLst>
          </p:cNvPr>
          <p:cNvSpPr/>
          <p:nvPr/>
        </p:nvSpPr>
        <p:spPr>
          <a:xfrm>
            <a:off x="6587345" y="2507559"/>
            <a:ext cx="377335" cy="2737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81EC852-7EFA-2C8D-0BFF-61F3A9241314}"/>
              </a:ext>
            </a:extLst>
          </p:cNvPr>
          <p:cNvSpPr/>
          <p:nvPr/>
        </p:nvSpPr>
        <p:spPr>
          <a:xfrm>
            <a:off x="7215995" y="3292129"/>
            <a:ext cx="377335" cy="2737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66E95-F860-E7ED-1503-1FAE2F1D6C9F}"/>
              </a:ext>
            </a:extLst>
          </p:cNvPr>
          <p:cNvSpPr txBox="1"/>
          <p:nvPr/>
        </p:nvSpPr>
        <p:spPr>
          <a:xfrm>
            <a:off x="2237221" y="4387176"/>
            <a:ext cx="4485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2400" b="1" dirty="0"/>
              <a:t>Подешавање датума и језика</a:t>
            </a:r>
            <a:endParaRPr lang="en-US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BDF91-5AFE-036C-254C-01B9A35F1366}"/>
              </a:ext>
            </a:extLst>
          </p:cNvPr>
          <p:cNvSpPr txBox="1"/>
          <p:nvPr/>
        </p:nvSpPr>
        <p:spPr>
          <a:xfrm>
            <a:off x="6964680" y="2413596"/>
            <a:ext cx="4810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2400" b="1" dirty="0"/>
              <a:t>Подешавање датума и времена</a:t>
            </a:r>
            <a:endParaRPr 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5DB09D-10E9-819D-1CCE-9292B64E0930}"/>
              </a:ext>
            </a:extLst>
          </p:cNvPr>
          <p:cNvSpPr txBox="1"/>
          <p:nvPr/>
        </p:nvSpPr>
        <p:spPr>
          <a:xfrm>
            <a:off x="7593330" y="3198166"/>
            <a:ext cx="4629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Cyrl-RS" sz="2400" b="1" dirty="0"/>
              <a:t>Подешавање језика и региона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46416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237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Основна подешавања и рад у оперативном систему</vt:lpstr>
      <vt:lpstr>Основни делови радне површине (Desktop)</vt:lpstr>
      <vt:lpstr>PowerPoint Presentation</vt:lpstr>
      <vt:lpstr>PowerPoint Presentation</vt:lpstr>
      <vt:lpstr>Покретање апликација</vt:lpstr>
      <vt:lpstr>Основна подешавања оперативног система Windows</vt:lpstr>
      <vt:lpstr>Подешавања радног окружења</vt:lpstr>
      <vt:lpstr>Промена позадине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Babić</dc:creator>
  <cp:lastModifiedBy>Tamara Babić</cp:lastModifiedBy>
  <cp:revision>1</cp:revision>
  <dcterms:created xsi:type="dcterms:W3CDTF">2026-09-21T18:51:19Z</dcterms:created>
  <dcterms:modified xsi:type="dcterms:W3CDTF">2026-09-21T19:26:30Z</dcterms:modified>
</cp:coreProperties>
</file>