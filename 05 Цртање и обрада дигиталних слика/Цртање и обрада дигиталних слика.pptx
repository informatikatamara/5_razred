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0254-8B4C-626C-29FF-E98BBB701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DC584-67BB-1C03-CC43-E71283762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87040-55CF-62A2-C2F3-DD226D1F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D02D-7579-B40C-7471-7C365726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5B14D-4802-279B-BDF2-E299E6DC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9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4BC4-A3F9-B11E-38BF-1E75286E9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07FB3-590E-F47D-7E1C-81A285106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70FEC-02C6-40D4-FD1F-13FFDFF1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56FFF-97D0-08E4-EB8C-9ED0C2F0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63C7A-AB2E-8A3B-08CE-9EF659EF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9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EC01-2A74-6CCE-42E7-8823DB1F4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3F1C1-70AD-E3E6-077A-D1CC69322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2B92E-0A85-D057-92BD-CB06A41A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524A5-4ECF-501E-A2AB-52DFE9F5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78702-7410-A817-DE9A-62C8F114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1753-F49D-2755-3036-AC088C6A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43978-8F6D-DFA0-A54D-25C7954F9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D19B3-5A3A-A63D-FF6F-0483A60A5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68F1-37C0-0975-2A7B-528192BA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98820-6FA3-B671-8E42-CE52B9B3A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9474D-77EA-9D67-A785-A051F5D8A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0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9A442-D1AC-5F8D-96C5-14D763153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88A44-66EE-6932-3D16-EA8F03CF6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2540E-FF55-402C-3B58-71E49F4DE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CBDD4-7F91-BF77-02BC-E10E9B446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35CFA7-547B-702B-77C4-00C6AFDCE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65B93-4D54-510C-3B22-6765036DC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DC9A9-72F9-83E9-881A-F382B4A9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AF03F-83B5-7515-9CF9-71542921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9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8B4A-2B35-11B4-720A-C2AAAAA7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8566D4-89CB-316E-9F1F-31025D6AE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648C-31B6-0DF3-3F92-75FD57AD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344C6-8B31-843D-9EAF-548EE19D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9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47A7E-6A6C-B56D-DAC4-CF7CEFD8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0CE2B-27FC-F0EA-E312-00DA32F1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0E540-16BF-1A20-2D47-032F4907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2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30F9-239A-EEF9-65AB-133B6E37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28871-6B6B-24D7-CEA0-55529F5BC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E3582-CB2E-9339-EA64-2DDCEE19F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4D495-0DAF-4DDD-566B-5EA0ACF3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5208E-7CCF-5065-73CA-F5153C68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75756-A638-44CE-2638-76570EB4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6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1903-3A93-520C-DC43-B4B7513B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D3B2E-9654-995E-297F-E4106B72F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41F38-5D91-0C53-0F4C-562C1DFBF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AC8F1-9439-2062-2080-919589E3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99701-3FF9-A2AD-DC2C-C6F9087A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4328C-BB0E-BC0F-AB44-9AEA12C3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1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5A71-1EA1-74D0-4A0E-8F8E482DC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158FE-12D2-5571-0ADD-C27BA8655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4E897-4BC2-A1FF-2700-8193239F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44BD0-F6AD-2124-E909-81AD21D83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FC4EC-A23F-78AC-A954-6E8C8B62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7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9A83D-AE51-CF8F-5101-7C3806CBB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785D2-BECE-63AC-95A8-D817EB15D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FC9C0-995E-B105-EFD8-34A36604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16A1E-68E0-7D5A-24B6-2E02FBD6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1AD7-78CC-7F72-BC31-89E00C44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9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C8846-BC4A-4BB0-2847-56EF8CE2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08EE4-9E1A-972A-7B03-E8A316A30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0B43B-27F4-7045-853F-B6601C307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778B6-0DD5-4B46-B0BD-2EDEB42D6BA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DCF65-049A-878C-6551-C5B88E3DF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7AE8-FCF6-C22D-CEA8-75D36528E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FB935-C135-40B5-A46B-26E35B4C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3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693CB-D52C-EC45-17DC-26C21BE11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sr-Cyrl-RS" sz="5400" b="1">
                <a:solidFill>
                  <a:schemeClr val="bg1"/>
                </a:solidFill>
              </a:rPr>
              <a:t>Цртање и обрада дигиталних слика</a:t>
            </a:r>
            <a:endParaRPr lang="en-US" sz="54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E43A4-9F6A-AB04-90FA-933A9D316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40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F933-3392-E555-D97C-4014352B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Покретање програма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6F728-A7EA-A9A0-C97E-A20A4A65E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Cyrl-RS" dirty="0"/>
              <a:t>Поред стартног дугмета, у правоугаоник за претрагу унети име програма </a:t>
            </a:r>
            <a:r>
              <a:rPr lang="en-US" dirty="0"/>
              <a:t>Paint</a:t>
            </a:r>
            <a:r>
              <a:rPr lang="sr-Cyrl-RS" dirty="0"/>
              <a:t> и притиснути </a:t>
            </a:r>
            <a:r>
              <a:rPr lang="sr-Cyrl-RS" dirty="0" err="1"/>
              <a:t>ентер</a:t>
            </a:r>
            <a:r>
              <a:rPr lang="sr-Cyrl-RS" dirty="0"/>
              <a:t>.</a:t>
            </a:r>
          </a:p>
          <a:p>
            <a:endParaRPr lang="sr-Cyrl-RS" dirty="0"/>
          </a:p>
          <a:p>
            <a:r>
              <a:rPr lang="sr-Cyrl-RS" dirty="0"/>
              <a:t>Програм </a:t>
            </a:r>
            <a:r>
              <a:rPr lang="en-US" dirty="0"/>
              <a:t>Paint</a:t>
            </a:r>
            <a:r>
              <a:rPr lang="sr-Cyrl-RS" dirty="0"/>
              <a:t> се може користити за обраду дигиталне фотографије и за цртање.</a:t>
            </a:r>
          </a:p>
          <a:p>
            <a:r>
              <a:rPr lang="sr-Latn-RS" dirty="0"/>
              <a:t>Ko</a:t>
            </a:r>
            <a:r>
              <a:rPr lang="sr-Cyrl-RS" dirty="0" err="1"/>
              <a:t>манде</a:t>
            </a:r>
            <a:r>
              <a:rPr lang="sr-Cyrl-RS" dirty="0"/>
              <a:t> програма </a:t>
            </a:r>
            <a:r>
              <a:rPr lang="en-US" dirty="0"/>
              <a:t>Paint</a:t>
            </a:r>
            <a:r>
              <a:rPr lang="sr-Cyrl-RS" dirty="0"/>
              <a:t> су подељени на три менија:</a:t>
            </a:r>
          </a:p>
          <a:p>
            <a:pPr lvl="1"/>
            <a:r>
              <a:rPr lang="en-US" b="1" dirty="0"/>
              <a:t>File</a:t>
            </a:r>
            <a:r>
              <a:rPr lang="sr-Cyrl-RS" dirty="0"/>
              <a:t> – команде </a:t>
            </a:r>
            <a:r>
              <a:rPr lang="en-US" dirty="0"/>
              <a:t>New, Open, Save, Save As…, Print – </a:t>
            </a:r>
            <a:r>
              <a:rPr lang="sr-Cyrl-RS" dirty="0"/>
              <a:t>користе се за рад са фајловима</a:t>
            </a:r>
          </a:p>
          <a:p>
            <a:pPr lvl="1"/>
            <a:r>
              <a:rPr lang="en-US" b="1" dirty="0"/>
              <a:t>Edit</a:t>
            </a:r>
            <a:r>
              <a:rPr lang="en-US" dirty="0"/>
              <a:t> – </a:t>
            </a:r>
            <a:r>
              <a:rPr lang="sr-Cyrl-RS" dirty="0"/>
              <a:t>Команде </a:t>
            </a:r>
            <a:r>
              <a:rPr lang="en-US" dirty="0" err="1"/>
              <a:t>cut,copy,paste</a:t>
            </a:r>
            <a:endParaRPr lang="en-US" dirty="0"/>
          </a:p>
          <a:p>
            <a:pPr lvl="1"/>
            <a:r>
              <a:rPr lang="en-US" b="1" dirty="0"/>
              <a:t>View</a:t>
            </a:r>
            <a:r>
              <a:rPr lang="en-US" dirty="0"/>
              <a:t> – </a:t>
            </a:r>
            <a:r>
              <a:rPr lang="sr-Cyrl-RS" dirty="0"/>
              <a:t>команде за подешавање изгледа прозора.</a:t>
            </a:r>
          </a:p>
          <a:p>
            <a:r>
              <a:rPr lang="sr-Cyrl-RS" b="1" dirty="0"/>
              <a:t>Трака са алатима </a:t>
            </a:r>
            <a:r>
              <a:rPr lang="sr-Cyrl-RS" dirty="0"/>
              <a:t>– основни алати за цртање и обраду дигиталне фотографије.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3649A5-BE9C-8E74-8095-50BA4C5E2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002" y="2477135"/>
            <a:ext cx="2581635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72ED-8FC8-3B80-990C-B2435243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Радно окружење програма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3C8B49-23B4-DC04-554C-C2F0775EA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868" y="1315880"/>
            <a:ext cx="10143932" cy="5353522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09EDBCE5-793B-5CAA-14C5-1ECB80F6E893}"/>
              </a:ext>
            </a:extLst>
          </p:cNvPr>
          <p:cNvSpPr/>
          <p:nvPr/>
        </p:nvSpPr>
        <p:spPr>
          <a:xfrm rot="16200000">
            <a:off x="5996086" y="-2145887"/>
            <a:ext cx="571501" cy="10143932"/>
          </a:xfrm>
          <a:prstGeom prst="leftBrace">
            <a:avLst>
              <a:gd name="adj1" fmla="val 30333"/>
              <a:gd name="adj2" fmla="val 50902"/>
            </a:avLst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DD629-D675-83BC-46F2-02EC6B61160B}"/>
              </a:ext>
            </a:extLst>
          </p:cNvPr>
          <p:cNvSpPr txBox="1"/>
          <p:nvPr/>
        </p:nvSpPr>
        <p:spPr>
          <a:xfrm>
            <a:off x="5234084" y="3451859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b="1" dirty="0"/>
              <a:t>Трака са алатима</a:t>
            </a:r>
            <a:endParaRPr lang="en-US" b="1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1658F2D-AB32-4CEF-C047-FDBFE45BD049}"/>
              </a:ext>
            </a:extLst>
          </p:cNvPr>
          <p:cNvSpPr/>
          <p:nvPr/>
        </p:nvSpPr>
        <p:spPr>
          <a:xfrm rot="16200000">
            <a:off x="2075121" y="886395"/>
            <a:ext cx="389569" cy="1998155"/>
          </a:xfrm>
          <a:prstGeom prst="leftBrace">
            <a:avLst/>
          </a:prstGeom>
          <a:ln w="5715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49830-BAD9-0ED4-7343-10B04A22AF46}"/>
              </a:ext>
            </a:extLst>
          </p:cNvPr>
          <p:cNvSpPr txBox="1"/>
          <p:nvPr/>
        </p:nvSpPr>
        <p:spPr>
          <a:xfrm>
            <a:off x="1634490" y="2065496"/>
            <a:ext cx="243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b="1" dirty="0"/>
              <a:t>Трака са менијима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99515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11694-F5D5-27F0-E9AD-17A440E9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sr-Cyrl-RS">
                <a:solidFill>
                  <a:schemeClr val="bg1"/>
                </a:solidFill>
              </a:rPr>
              <a:t>Задатак 1: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AD5CD-F21D-8774-B890-3DA856B63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sr-Cyrl-RS" sz="2400">
                <a:solidFill>
                  <a:schemeClr val="bg1"/>
                </a:solidFill>
              </a:rPr>
              <a:t>Отворити програм.</a:t>
            </a:r>
          </a:p>
          <a:p>
            <a:r>
              <a:rPr lang="sr-Cyrl-RS" sz="2400">
                <a:solidFill>
                  <a:schemeClr val="bg1"/>
                </a:solidFill>
              </a:rPr>
              <a:t>Нацртати кућицу по примеру приказаном на паметној табли након демонстрације наставника.</a:t>
            </a:r>
          </a:p>
          <a:p>
            <a:r>
              <a:rPr lang="sr-Cyrl-RS" sz="2400">
                <a:solidFill>
                  <a:schemeClr val="bg1"/>
                </a:solidFill>
              </a:rPr>
              <a:t>Сачувати цртеж у свом фолдеру под именом Кућица име и презиме ученика разред-одељење.</a:t>
            </a:r>
          </a:p>
          <a:p>
            <a:r>
              <a:rPr lang="sr-Cyrl-RS" sz="2400">
                <a:solidFill>
                  <a:schemeClr val="bg1"/>
                </a:solidFill>
              </a:rPr>
              <a:t>Искључити програм.</a:t>
            </a:r>
          </a:p>
          <a:p>
            <a:r>
              <a:rPr lang="sr-Cyrl-RS" sz="2400">
                <a:solidFill>
                  <a:schemeClr val="bg1"/>
                </a:solidFill>
              </a:rPr>
              <a:t>Отворити програм поново и отворити цртеж Кућица коришћењем команде Опен.</a:t>
            </a:r>
            <a:endParaRPr lang="en-US" sz="240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0648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F9FC-D2F5-D6C9-B5AA-F1D0F8F0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234108-2DA3-612A-A60C-0D3010607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7159"/>
            <a:ext cx="12192000" cy="63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04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150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Цртање и обрада дигиталних слика</vt:lpstr>
      <vt:lpstr>Покретање програма</vt:lpstr>
      <vt:lpstr>Радно окружење програма</vt:lpstr>
      <vt:lpstr>Задатак 1: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Tamara Babić</dc:creator>
  <cp:lastModifiedBy>Tamara Babić</cp:lastModifiedBy>
  <cp:revision>1</cp:revision>
  <dcterms:created xsi:type="dcterms:W3CDTF">2026-10-04T18:11:15Z</dcterms:created>
  <dcterms:modified xsi:type="dcterms:W3CDTF">2026-10-04T19:27:10Z</dcterms:modified>
</cp:coreProperties>
</file>