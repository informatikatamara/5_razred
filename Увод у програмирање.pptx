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64" y="-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2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8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6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9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37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6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0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2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5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2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CB9B7-DC26-4618-B171-58F479C5AA43}" type="datetimeFigureOut">
              <a:rPr lang="en-US" smtClean="0"/>
              <a:t>13-Feb-25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6ADD1-27BB-4D31-8862-A1FC471F5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8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Cyrl-RS" dirty="0" smtClean="0"/>
              <a:t>Увод у програмирање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04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Језик који рачунар разуме се зове </a:t>
            </a:r>
            <a:r>
              <a:rPr lang="sr-Cyrl-RS" b="1" dirty="0" smtClean="0"/>
              <a:t>програмски језик.</a:t>
            </a:r>
          </a:p>
          <a:p>
            <a:r>
              <a:rPr lang="sr-Cyrl-RS" dirty="0" smtClean="0"/>
              <a:t>Низ наредби који омогућава жељено понашање рачунара назива се </a:t>
            </a:r>
            <a:r>
              <a:rPr lang="sr-Cyrl-RS" b="1" dirty="0" smtClean="0"/>
              <a:t>програм.</a:t>
            </a:r>
          </a:p>
          <a:p>
            <a:r>
              <a:rPr lang="sr-Cyrl-RS" dirty="0" smtClean="0"/>
              <a:t>Писање програма за рачунаре и друге уређаје назива се </a:t>
            </a:r>
            <a:r>
              <a:rPr lang="sr-Cyrl-RS" b="1" dirty="0" smtClean="0"/>
              <a:t>програмирање, </a:t>
            </a:r>
            <a:r>
              <a:rPr lang="sr-Cyrl-RS" dirty="0" smtClean="0"/>
              <a:t>а људи који пишу рачунарске програме зову се </a:t>
            </a:r>
            <a:r>
              <a:rPr lang="sr-Cyrl-RS" b="1" dirty="0" smtClean="0"/>
              <a:t>програмери.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6976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sr-Cyrl-RS" dirty="0" smtClean="0"/>
              <a:t>Програмирање чине четири основна корака: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Анализа проблема</a:t>
            </a:r>
          </a:p>
          <a:p>
            <a:r>
              <a:rPr lang="sr-Cyrl-RS" dirty="0" smtClean="0"/>
              <a:t>Прављење алгоритма/псеудокода (логичко решавање проблема низом корака.</a:t>
            </a:r>
          </a:p>
          <a:p>
            <a:r>
              <a:rPr lang="sr-Cyrl-RS" dirty="0" smtClean="0"/>
              <a:t>Писање програма</a:t>
            </a:r>
          </a:p>
          <a:p>
            <a:r>
              <a:rPr lang="sr-Cyrl-RS" dirty="0" smtClean="0"/>
              <a:t>Тестирање програма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134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b="1" dirty="0" smtClean="0"/>
              <a:t>Зашто учимо програмирање?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Програмирање ти даје могућност да:</a:t>
            </a:r>
          </a:p>
          <a:p>
            <a:pPr lvl="1"/>
            <a:r>
              <a:rPr lang="sr-Cyrl-RS" dirty="0" smtClean="0"/>
              <a:t>Управљаш рачунарима и другим машинама</a:t>
            </a:r>
          </a:p>
          <a:p>
            <a:pPr lvl="1"/>
            <a:r>
              <a:rPr lang="sr-Cyrl-RS" dirty="0" smtClean="0"/>
              <a:t>Развијаш логичко мишљење</a:t>
            </a:r>
          </a:p>
          <a:p>
            <a:pPr lvl="1"/>
            <a:r>
              <a:rPr lang="sr-Cyrl-RS" dirty="0" smtClean="0"/>
              <a:t>Будеш креативан и ствараш решења за различите проблеме.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32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Алгоритам/псеудокод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r>
              <a:rPr lang="sr-Cyrl-RS" dirty="0" smtClean="0"/>
              <a:t>Алгоритам представља редослед радњи за решавање проблема, односно решавање проблема „корак по корак“.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90800"/>
            <a:ext cx="6223000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002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804615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9954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90600"/>
            <a:ext cx="2590800" cy="4648200"/>
          </a:xfrm>
        </p:spPr>
        <p:txBody>
          <a:bodyPr>
            <a:normAutofit fontScale="90000"/>
          </a:bodyPr>
          <a:lstStyle/>
          <a:p>
            <a:pPr algn="l"/>
            <a:r>
              <a:rPr lang="sr-Cyrl-RS" sz="2400" dirty="0" smtClean="0"/>
              <a:t>За припрему лимунаде можемо направити још један алгоритам али са </a:t>
            </a:r>
            <a:r>
              <a:rPr lang="sr-Cyrl-RS" sz="2400" b="1" dirty="0" smtClean="0"/>
              <a:t>петљом.</a:t>
            </a:r>
            <a:br>
              <a:rPr lang="sr-Cyrl-RS" sz="2400" b="1" dirty="0" smtClean="0"/>
            </a:br>
            <a:r>
              <a:rPr lang="sr-Cyrl-RS" sz="2400" b="1" dirty="0" smtClean="0"/>
              <a:t>Петља нам омогућава понављање корака, док не добијемо потврдан одговор.</a:t>
            </a:r>
            <a:endParaRPr lang="en-US" sz="2400" b="1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33400"/>
            <a:ext cx="4771852" cy="551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992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121</Words>
  <Application>Microsoft Office PowerPoint</Application>
  <PresentationFormat>On-screen Show (4:3)</PresentationFormat>
  <Paragraphs>17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Увод у програмирање</vt:lpstr>
      <vt:lpstr>PowerPoint Presentation</vt:lpstr>
      <vt:lpstr>Програмирање чине четири основна корака:</vt:lpstr>
      <vt:lpstr>Зашто учимо програмирање?</vt:lpstr>
      <vt:lpstr>Алгоритам/псеудокод</vt:lpstr>
      <vt:lpstr>PowerPoint Presentation</vt:lpstr>
      <vt:lpstr>За припрему лимунаде можемо направити још један алгоритам али са петљом. Петља нам омогућава понављање корака, док не добијемо потврдан одговор.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Увод у програмирање</dc:title>
  <dc:creator>Miltonx</dc:creator>
  <cp:lastModifiedBy>Miltonx</cp:lastModifiedBy>
  <cp:revision>5</cp:revision>
  <dcterms:created xsi:type="dcterms:W3CDTF">2025-02-13T19:54:44Z</dcterms:created>
  <dcterms:modified xsi:type="dcterms:W3CDTF">2025-02-13T21:22:24Z</dcterms:modified>
</cp:coreProperties>
</file>